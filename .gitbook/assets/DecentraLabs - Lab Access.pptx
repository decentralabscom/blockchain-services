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BDADA0-9A1D-4463-A656-61137E5367DC}" v="2" dt="2025-11-16T05:40:14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6" d="100"/>
          <a:sy n="66" d="100"/>
        </p:scale>
        <p:origin x="924" y="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DE LA TORRE CUBILLO" userId="ef22d941-8fd9-4195-a6a9-a0ff0659d3e5" providerId="ADAL" clId="{C58F8BAA-24F5-4970-AD40-688F39BE3585}"/>
    <pc:docChg chg="custSel modSld">
      <pc:chgData name="LUIS DE LA TORRE CUBILLO" userId="ef22d941-8fd9-4195-a6a9-a0ff0659d3e5" providerId="ADAL" clId="{C58F8BAA-24F5-4970-AD40-688F39BE3585}" dt="2025-11-16T05:40:14.510" v="62"/>
      <pc:docMkLst>
        <pc:docMk/>
      </pc:docMkLst>
      <pc:sldChg chg="modSp mod">
        <pc:chgData name="LUIS DE LA TORRE CUBILLO" userId="ef22d941-8fd9-4195-a6a9-a0ff0659d3e5" providerId="ADAL" clId="{C58F8BAA-24F5-4970-AD40-688F39BE3585}" dt="2025-11-16T05:39:54.072" v="58" actId="1036"/>
        <pc:sldMkLst>
          <pc:docMk/>
          <pc:sldMk cId="496556088" sldId="256"/>
        </pc:sldMkLst>
        <pc:spChg chg="mod">
          <ac:chgData name="LUIS DE LA TORRE CUBILLO" userId="ef22d941-8fd9-4195-a6a9-a0ff0659d3e5" providerId="ADAL" clId="{C58F8BAA-24F5-4970-AD40-688F39BE3585}" dt="2025-11-16T05:39:54.072" v="58" actId="1036"/>
          <ac:spMkLst>
            <pc:docMk/>
            <pc:sldMk cId="496556088" sldId="256"/>
            <ac:spMk id="17" creationId="{BC017B70-0ACC-3793-8F73-3FE9251DB73E}"/>
          </ac:spMkLst>
        </pc:spChg>
      </pc:sldChg>
      <pc:sldChg chg="addSp delSp modSp mod">
        <pc:chgData name="LUIS DE LA TORRE CUBILLO" userId="ef22d941-8fd9-4195-a6a9-a0ff0659d3e5" providerId="ADAL" clId="{C58F8BAA-24F5-4970-AD40-688F39BE3585}" dt="2025-11-16T05:40:10.542" v="60"/>
        <pc:sldMkLst>
          <pc:docMk/>
          <pc:sldMk cId="3799566646" sldId="257"/>
        </pc:sldMkLst>
        <pc:spChg chg="del">
          <ac:chgData name="LUIS DE LA TORRE CUBILLO" userId="ef22d941-8fd9-4195-a6a9-a0ff0659d3e5" providerId="ADAL" clId="{C58F8BAA-24F5-4970-AD40-688F39BE3585}" dt="2025-11-16T05:40:10.040" v="59" actId="478"/>
          <ac:spMkLst>
            <pc:docMk/>
            <pc:sldMk cId="3799566646" sldId="257"/>
            <ac:spMk id="17" creationId="{239ABE82-CA3C-BE94-3C2A-7978B3D307D7}"/>
          </ac:spMkLst>
        </pc:spChg>
        <pc:spChg chg="add mod">
          <ac:chgData name="LUIS DE LA TORRE CUBILLO" userId="ef22d941-8fd9-4195-a6a9-a0ff0659d3e5" providerId="ADAL" clId="{C58F8BAA-24F5-4970-AD40-688F39BE3585}" dt="2025-11-16T05:40:10.542" v="60"/>
          <ac:spMkLst>
            <pc:docMk/>
            <pc:sldMk cId="3799566646" sldId="257"/>
            <ac:spMk id="35" creationId="{60EA211A-EEBB-7961-3B70-1D65F19878BB}"/>
          </ac:spMkLst>
        </pc:spChg>
        <pc:cxnChg chg="mod">
          <ac:chgData name="LUIS DE LA TORRE CUBILLO" userId="ef22d941-8fd9-4195-a6a9-a0ff0659d3e5" providerId="ADAL" clId="{C58F8BAA-24F5-4970-AD40-688F39BE3585}" dt="2025-11-16T05:40:10.040" v="59" actId="478"/>
          <ac:cxnSpMkLst>
            <pc:docMk/>
            <pc:sldMk cId="3799566646" sldId="257"/>
            <ac:cxnSpMk id="79" creationId="{7A6A294A-543F-2DA9-8503-B343F2DD9266}"/>
          </ac:cxnSpMkLst>
        </pc:cxnChg>
      </pc:sldChg>
      <pc:sldChg chg="addSp delSp modSp mod">
        <pc:chgData name="LUIS DE LA TORRE CUBILLO" userId="ef22d941-8fd9-4195-a6a9-a0ff0659d3e5" providerId="ADAL" clId="{C58F8BAA-24F5-4970-AD40-688F39BE3585}" dt="2025-11-16T05:40:14.510" v="62"/>
        <pc:sldMkLst>
          <pc:docMk/>
          <pc:sldMk cId="3720853486" sldId="258"/>
        </pc:sldMkLst>
        <pc:spChg chg="del">
          <ac:chgData name="LUIS DE LA TORRE CUBILLO" userId="ef22d941-8fd9-4195-a6a9-a0ff0659d3e5" providerId="ADAL" clId="{C58F8BAA-24F5-4970-AD40-688F39BE3585}" dt="2025-11-16T05:40:14.125" v="61" actId="478"/>
          <ac:spMkLst>
            <pc:docMk/>
            <pc:sldMk cId="3720853486" sldId="258"/>
            <ac:spMk id="17" creationId="{341FA124-897B-548B-DB3A-A2EFDBF2719C}"/>
          </ac:spMkLst>
        </pc:spChg>
        <pc:spChg chg="add mod">
          <ac:chgData name="LUIS DE LA TORRE CUBILLO" userId="ef22d941-8fd9-4195-a6a9-a0ff0659d3e5" providerId="ADAL" clId="{C58F8BAA-24F5-4970-AD40-688F39BE3585}" dt="2025-11-16T05:40:14.510" v="62"/>
          <ac:spMkLst>
            <pc:docMk/>
            <pc:sldMk cId="3720853486" sldId="258"/>
            <ac:spMk id="54" creationId="{8A1819E1-AC08-E30E-EB16-7F4DE9747C1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98A62-C6EC-B735-DBF1-8600DE03B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7B31F-13CD-A165-062C-B4E6C2DC7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566D6-3D5D-319A-7977-C5A77663A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3B20-15BF-4DE7-9E93-B3501C6C2D8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0E85A-9E13-9462-F025-B52229A8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015C2-912D-1046-4F8B-E5C1951E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B3FC-67A7-4A2E-B3DB-1318ECB5F7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11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13E27-302B-614C-65BD-FDCA3BA9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1D55C-85B4-EDE0-32DF-E7A0084BF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C3E4A-1843-3C2E-9F9E-93218F4E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3B20-15BF-4DE7-9E93-B3501C6C2D8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8F73E-DCFE-467B-EA5D-5E61B63B2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2CEAC-1543-DA00-EB6B-AA6FDAF19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B3FC-67A7-4A2E-B3DB-1318ECB5F7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87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A14FF-0018-2795-77BF-C6FB67FC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E6137-0183-71B2-98CC-B95BEF098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B9B8F-9B60-A060-D3AF-0E514D01D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3B20-15BF-4DE7-9E93-B3501C6C2D8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0A777-895A-6516-74BA-5C7323798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46F90-3B86-1171-2742-5A8DB0201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B3FC-67A7-4A2E-B3DB-1318ECB5F7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157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04D38-FD1E-9DB1-B9C7-D7C5C09D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A1DB8-D4A2-79C4-DC2E-B70AD5036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D197E-85FF-4E11-96B9-005AFA42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97F9D-0D0F-3534-CDBA-80DC287C9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3B20-15BF-4DE7-9E93-B3501C6C2D8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F492D-FF8C-7D67-F6FE-68510556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D7E5E-5AC0-7364-EBC5-636CF022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B3FC-67A7-4A2E-B3DB-1318ECB5F7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01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FDE8-DCA8-59FA-BAEE-A76B9E3C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BF88E-A504-E805-4A5F-7BD8AE35F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6226A-87ED-737D-E5D0-3DA59DB7A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6171E-6EA7-473B-DD01-478E630B3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CB7CD1-1CF5-D252-CAF5-0FAFA3970C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A6D655-F771-E5BB-697C-92752B01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3B20-15BF-4DE7-9E93-B3501C6C2D8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42171-00AC-6644-6B74-36C54296E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1E392B-4CC5-9E89-352F-BC79F83F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B3FC-67A7-4A2E-B3DB-1318ECB5F7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34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0CF6-DD04-31DB-F2DC-80AF229D9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7376D-739B-9061-D8E3-D04F8613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3B20-15BF-4DE7-9E93-B3501C6C2D8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ADF47-BF7A-35C1-ABC7-9D4DAE04F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B6132-C30A-9CC6-DAE5-FF719FE11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B3FC-67A7-4A2E-B3DB-1318ECB5F7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97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0335C1-0DAF-32B9-3767-7F87BB1CD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3B20-15BF-4DE7-9E93-B3501C6C2D8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42E10D-2FAD-EE23-4E65-9E5A9B68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DCF8A7-0F87-D046-E7ED-796D2489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B3FC-67A7-4A2E-B3DB-1318ECB5F7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850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0CA8C-433E-7DA8-B495-67593B1D5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C8938-7C29-890F-49FA-49B5F3B3B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92E9D-2B47-BF4D-6019-E8CA1EC24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9059E-EECA-BF24-397B-8C9C40EE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3B20-15BF-4DE7-9E93-B3501C6C2D8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04307-9163-99AC-0D6A-CD64FCAC6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3CD71-6EE6-6EC1-0653-BDF8DC8E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B3FC-67A7-4A2E-B3DB-1318ECB5F7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807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17BAC-CC81-D5FE-200E-41542CC6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981E5-B1B6-FEDF-A248-2552413D63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FFE7B-1FAC-1F8E-B83D-740AD013C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5CD02-9C6E-C5D5-562A-12FC3CA09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3B20-15BF-4DE7-9E93-B3501C6C2D8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2593D-4440-6475-79DB-BA185244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458C4-52C9-AC5E-373B-BF7A02360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B3FC-67A7-4A2E-B3DB-1318ECB5F7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1705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78E39-DEB1-2AC0-3FCD-B4BA7FE26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CB2DE-13AC-0CA7-B87E-675FCF78B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B79A9-35F6-CDB9-35D7-FDD434FA9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3B20-15BF-4DE7-9E93-B3501C6C2D8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28AD8-4E82-7E49-41C6-1FEDF8BF9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4A829-AC7E-D926-B2D4-0C415A28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B3FC-67A7-4A2E-B3DB-1318ECB5F7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43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5E1333-D150-8B41-0B00-6BE0C138FE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A91B7-5707-388A-5D60-1A08A4B37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56125-2D5E-FF62-2E71-04B7C8D93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83B20-15BF-4DE7-9E93-B3501C6C2D8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5D37E-6521-5741-72B1-D5122D013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48BCC-DEB2-CDCA-8D54-913E2C60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B3FC-67A7-4A2E-B3DB-1318ECB5F7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146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2D4C01-50A5-569A-E58F-58E993258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9FF32-AF50-7CB9-7BED-C86CDE9D1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E4CF2-CB51-9023-1CC5-8A8EA7EC69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83B20-15BF-4DE7-9E93-B3501C6C2D8D}" type="datetimeFigureOut">
              <a:rPr lang="en-GB" smtClean="0"/>
              <a:t>15/11/2025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52782-8F6D-1420-4C58-8820D89A7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D693D-6A6C-B775-C6BC-F672E6861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BB3FC-67A7-4A2E-B3DB-1318ECB5F7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47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91AFEB-753F-C86E-D584-8E46122B78DD}"/>
              </a:ext>
            </a:extLst>
          </p:cNvPr>
          <p:cNvSpPr/>
          <p:nvPr/>
        </p:nvSpPr>
        <p:spPr>
          <a:xfrm>
            <a:off x="8202301" y="354215"/>
            <a:ext cx="1965278" cy="11225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BC27E5-07C4-3763-14AA-4AAD6F0A7D8F}"/>
              </a:ext>
            </a:extLst>
          </p:cNvPr>
          <p:cNvSpPr/>
          <p:nvPr/>
        </p:nvSpPr>
        <p:spPr>
          <a:xfrm>
            <a:off x="8202301" y="1652508"/>
            <a:ext cx="1105469" cy="89165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A0E9AAD-12DE-10F7-DA56-D55AABFEC39C}"/>
              </a:ext>
            </a:extLst>
          </p:cNvPr>
          <p:cNvSpPr/>
          <p:nvPr/>
        </p:nvSpPr>
        <p:spPr>
          <a:xfrm>
            <a:off x="6799993" y="354216"/>
            <a:ext cx="880281" cy="1122529"/>
          </a:xfrm>
          <a:prstGeom prst="diamond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EC472D-0C76-AAE7-73C0-3D0A6E3793A3}"/>
              </a:ext>
            </a:extLst>
          </p:cNvPr>
          <p:cNvSpPr txBox="1"/>
          <p:nvPr/>
        </p:nvSpPr>
        <p:spPr>
          <a:xfrm>
            <a:off x="8500779" y="451196"/>
            <a:ext cx="13683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Provider</a:t>
            </a:r>
            <a:endParaRPr lang="en-GB" dirty="0">
              <a:solidFill>
                <a:srgbClr val="002060"/>
              </a:solidFill>
            </a:endParaRPr>
          </a:p>
          <a:p>
            <a:pPr algn="ctr"/>
            <a:r>
              <a:rPr lang="es-ES" dirty="0">
                <a:solidFill>
                  <a:srgbClr val="002060"/>
                </a:solidFill>
              </a:rPr>
              <a:t>Lab</a:t>
            </a:r>
          </a:p>
          <a:p>
            <a:pPr algn="ctr"/>
            <a:r>
              <a:rPr lang="es-ES" dirty="0">
                <a:solidFill>
                  <a:srgbClr val="002060"/>
                </a:solidFill>
              </a:rPr>
              <a:t>Reservation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D10F3A-6E2C-F3F4-84E7-1154B624C577}"/>
              </a:ext>
            </a:extLst>
          </p:cNvPr>
          <p:cNvSpPr txBox="1"/>
          <p:nvPr/>
        </p:nvSpPr>
        <p:spPr>
          <a:xfrm>
            <a:off x="8202300" y="1915809"/>
            <a:ext cx="110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$LAB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58E8DD-D993-DA4D-75C8-1B0FF27800D1}"/>
              </a:ext>
            </a:extLst>
          </p:cNvPr>
          <p:cNvSpPr txBox="1"/>
          <p:nvPr/>
        </p:nvSpPr>
        <p:spPr>
          <a:xfrm>
            <a:off x="6799992" y="730814"/>
            <a:ext cx="88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Proxy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CB17E-3831-387C-F85B-561F830E0ABA}"/>
              </a:ext>
            </a:extLst>
          </p:cNvPr>
          <p:cNvSpPr/>
          <p:nvPr/>
        </p:nvSpPr>
        <p:spPr>
          <a:xfrm>
            <a:off x="6430367" y="88710"/>
            <a:ext cx="4126173" cy="320508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086943-08FB-0FF0-6843-BD14D9AA0132}"/>
              </a:ext>
            </a:extLst>
          </p:cNvPr>
          <p:cNvSpPr txBox="1"/>
          <p:nvPr/>
        </p:nvSpPr>
        <p:spPr>
          <a:xfrm>
            <a:off x="7179856" y="2589912"/>
            <a:ext cx="2627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Decentralized back-end (blockchain)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BE03A5-AEAC-CE78-95B5-EFB7428F3975}"/>
              </a:ext>
            </a:extLst>
          </p:cNvPr>
          <p:cNvSpPr/>
          <p:nvPr/>
        </p:nvSpPr>
        <p:spPr>
          <a:xfrm>
            <a:off x="170593" y="2292815"/>
            <a:ext cx="2640842" cy="2531660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D0B5BF-9D60-D1A5-6CB5-D2C34CCAF6F4}"/>
              </a:ext>
            </a:extLst>
          </p:cNvPr>
          <p:cNvSpPr txBox="1"/>
          <p:nvPr/>
        </p:nvSpPr>
        <p:spPr>
          <a:xfrm>
            <a:off x="748916" y="4489863"/>
            <a:ext cx="1484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Marketplace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163DCF-A098-DB9E-663C-22DD06A28DFA}"/>
              </a:ext>
            </a:extLst>
          </p:cNvPr>
          <p:cNvSpPr/>
          <p:nvPr/>
        </p:nvSpPr>
        <p:spPr>
          <a:xfrm>
            <a:off x="1717339" y="2291676"/>
            <a:ext cx="773374" cy="581047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9CF2B1B-34EC-C5EB-3C23-C8EFBC3A2F8B}"/>
              </a:ext>
            </a:extLst>
          </p:cNvPr>
          <p:cNvSpPr/>
          <p:nvPr/>
        </p:nvSpPr>
        <p:spPr>
          <a:xfrm>
            <a:off x="3701698" y="3108329"/>
            <a:ext cx="1678676" cy="126583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017B70-0ACC-3793-8F73-3FE9251DB73E}"/>
              </a:ext>
            </a:extLst>
          </p:cNvPr>
          <p:cNvSpPr txBox="1"/>
          <p:nvPr/>
        </p:nvSpPr>
        <p:spPr>
          <a:xfrm>
            <a:off x="3685777" y="3414662"/>
            <a:ext cx="167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Blockchain services</a:t>
            </a:r>
            <a:endParaRPr lang="en-GB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B97094-414D-E66F-316D-13E21A9ACCEC}"/>
              </a:ext>
            </a:extLst>
          </p:cNvPr>
          <p:cNvSpPr/>
          <p:nvPr/>
        </p:nvSpPr>
        <p:spPr>
          <a:xfrm>
            <a:off x="591113" y="3018021"/>
            <a:ext cx="581736" cy="70627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25894B-C174-9887-A782-FAAC3400CA29}"/>
              </a:ext>
            </a:extLst>
          </p:cNvPr>
          <p:cNvSpPr txBox="1"/>
          <p:nvPr/>
        </p:nvSpPr>
        <p:spPr>
          <a:xfrm>
            <a:off x="531404" y="3189271"/>
            <a:ext cx="739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Lab 1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35B2B3B-7213-AF68-FA73-A82F3D0C66D9}"/>
              </a:ext>
            </a:extLst>
          </p:cNvPr>
          <p:cNvSpPr/>
          <p:nvPr/>
        </p:nvSpPr>
        <p:spPr>
          <a:xfrm>
            <a:off x="1856092" y="3027418"/>
            <a:ext cx="581736" cy="70627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9F02F3-E8C6-1B36-2D5A-1A4B2EE62572}"/>
              </a:ext>
            </a:extLst>
          </p:cNvPr>
          <p:cNvSpPr txBox="1"/>
          <p:nvPr/>
        </p:nvSpPr>
        <p:spPr>
          <a:xfrm>
            <a:off x="1775911" y="3198668"/>
            <a:ext cx="739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Lab n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EBD0078-CA5F-31A2-A437-4FF176C7B6F0}"/>
              </a:ext>
            </a:extLst>
          </p:cNvPr>
          <p:cNvSpPr/>
          <p:nvPr/>
        </p:nvSpPr>
        <p:spPr>
          <a:xfrm>
            <a:off x="928044" y="3888384"/>
            <a:ext cx="1125939" cy="547337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4FB7E2-A31F-C857-B9DB-C94282C05D2C}"/>
              </a:ext>
            </a:extLst>
          </p:cNvPr>
          <p:cNvSpPr txBox="1"/>
          <p:nvPr/>
        </p:nvSpPr>
        <p:spPr>
          <a:xfrm>
            <a:off x="928044" y="3981048"/>
            <a:ext cx="1125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Bookings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B7B3331-9B9B-9C4F-7EC4-B23477638382}"/>
              </a:ext>
            </a:extLst>
          </p:cNvPr>
          <p:cNvSpPr/>
          <p:nvPr/>
        </p:nvSpPr>
        <p:spPr>
          <a:xfrm>
            <a:off x="7985072" y="3662711"/>
            <a:ext cx="1575185" cy="126110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6F8235-A201-F5B2-6967-D50EFA343F8C}"/>
              </a:ext>
            </a:extLst>
          </p:cNvPr>
          <p:cNvSpPr txBox="1"/>
          <p:nvPr/>
        </p:nvSpPr>
        <p:spPr>
          <a:xfrm>
            <a:off x="7985072" y="3936157"/>
            <a:ext cx="156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Computer 1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9B32AD-91D3-A023-2AD0-FBB75C17E7C8}"/>
              </a:ext>
            </a:extLst>
          </p:cNvPr>
          <p:cNvSpPr/>
          <p:nvPr/>
        </p:nvSpPr>
        <p:spPr>
          <a:xfrm>
            <a:off x="6428097" y="3500070"/>
            <a:ext cx="5616054" cy="32973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38FC39-55E7-4149-EF97-DC985E2FD9B9}"/>
              </a:ext>
            </a:extLst>
          </p:cNvPr>
          <p:cNvSpPr txBox="1"/>
          <p:nvPr/>
        </p:nvSpPr>
        <p:spPr>
          <a:xfrm>
            <a:off x="6735733" y="6453326"/>
            <a:ext cx="295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</a:t>
            </a:r>
            <a:r>
              <a:rPr lang="es-ES" dirty="0" err="1">
                <a:solidFill>
                  <a:srgbClr val="C00000"/>
                </a:solidFill>
              </a:rPr>
              <a:t>provider</a:t>
            </a:r>
            <a:r>
              <a:rPr lang="en-GB" dirty="0">
                <a:solidFill>
                  <a:srgbClr val="C00000"/>
                </a:solidFill>
              </a:rPr>
              <a:t> infrastructure</a:t>
            </a:r>
            <a:endParaRPr lang="es-ES" dirty="0">
              <a:solidFill>
                <a:srgbClr val="C00000"/>
              </a:solidFill>
            </a:endParaRPr>
          </a:p>
        </p:txBody>
      </p:sp>
      <p:pic>
        <p:nvPicPr>
          <p:cNvPr id="31" name="Picture 30" descr="A machine with pipes and a glass cover&#10;&#10;AI-generated content may be incorrect.">
            <a:extLst>
              <a:ext uri="{FF2B5EF4-FFF2-40B4-BE49-F238E27FC236}">
                <a16:creationId xmlns:a16="http://schemas.microsoft.com/office/drawing/2014/main" id="{3CD7C803-55D7-B40E-2B92-9C9125D99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00"/>
          <a:stretch/>
        </p:blipFill>
        <p:spPr>
          <a:xfrm>
            <a:off x="10088234" y="3665552"/>
            <a:ext cx="1895155" cy="126110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A2E71D4-4B93-C647-E928-EFD0C6688971}"/>
              </a:ext>
            </a:extLst>
          </p:cNvPr>
          <p:cNvSpPr txBox="1"/>
          <p:nvPr/>
        </p:nvSpPr>
        <p:spPr>
          <a:xfrm>
            <a:off x="10210231" y="4896388"/>
            <a:ext cx="149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setup 1</a:t>
            </a:r>
            <a:endParaRPr lang="en-GB" dirty="0">
              <a:solidFill>
                <a:srgbClr val="C00000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26949D-1046-616D-58DE-65B5303A1D10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7680274" y="915480"/>
            <a:ext cx="5220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5122BB-277E-8375-261E-230524590CE0}"/>
              </a:ext>
            </a:extLst>
          </p:cNvPr>
          <p:cNvSpPr/>
          <p:nvPr/>
        </p:nvSpPr>
        <p:spPr>
          <a:xfrm>
            <a:off x="6428096" y="4462204"/>
            <a:ext cx="1222035" cy="126583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5EA361-A4C7-9660-40A5-3DB061B120A9}"/>
              </a:ext>
            </a:extLst>
          </p:cNvPr>
          <p:cNvCxnSpPr>
            <a:cxnSpLocks/>
            <a:stCxn id="25" idx="3"/>
            <a:endCxn id="31" idx="1"/>
          </p:cNvCxnSpPr>
          <p:nvPr/>
        </p:nvCxnSpPr>
        <p:spPr>
          <a:xfrm>
            <a:off x="9560257" y="4293265"/>
            <a:ext cx="5279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67660D1-AD86-21F5-0A0E-42F9BD71E822}"/>
              </a:ext>
            </a:extLst>
          </p:cNvPr>
          <p:cNvSpPr/>
          <p:nvPr/>
        </p:nvSpPr>
        <p:spPr>
          <a:xfrm>
            <a:off x="7985072" y="5201832"/>
            <a:ext cx="1575185" cy="126110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E2C3C4-7AD8-BA32-7523-7B27474DBD54}"/>
              </a:ext>
            </a:extLst>
          </p:cNvPr>
          <p:cNvSpPr txBox="1"/>
          <p:nvPr/>
        </p:nvSpPr>
        <p:spPr>
          <a:xfrm>
            <a:off x="7985072" y="5475278"/>
            <a:ext cx="156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</a:t>
            </a:r>
            <a:r>
              <a:rPr lang="es-ES" dirty="0" err="1">
                <a:solidFill>
                  <a:srgbClr val="C00000"/>
                </a:solidFill>
              </a:rPr>
              <a:t>Computer</a:t>
            </a:r>
            <a:r>
              <a:rPr lang="es-ES" dirty="0">
                <a:solidFill>
                  <a:srgbClr val="C00000"/>
                </a:solidFill>
              </a:rPr>
              <a:t> k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E2BB8C-E686-57A6-A713-27D2A570E228}"/>
              </a:ext>
            </a:extLst>
          </p:cNvPr>
          <p:cNvSpPr txBox="1"/>
          <p:nvPr/>
        </p:nvSpPr>
        <p:spPr>
          <a:xfrm>
            <a:off x="10210231" y="6462805"/>
            <a:ext cx="149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</a:t>
            </a:r>
            <a:r>
              <a:rPr lang="es-ES" dirty="0" err="1">
                <a:solidFill>
                  <a:srgbClr val="C00000"/>
                </a:solidFill>
              </a:rPr>
              <a:t>setup</a:t>
            </a:r>
            <a:r>
              <a:rPr lang="es-ES">
                <a:solidFill>
                  <a:srgbClr val="C00000"/>
                </a:solidFill>
              </a:rPr>
              <a:t> k</a:t>
            </a:r>
            <a:endParaRPr lang="en-GB" dirty="0">
              <a:solidFill>
                <a:srgbClr val="C00000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C4DC2CE-2D79-60D3-B36E-F6012BEC0658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9560257" y="5832386"/>
            <a:ext cx="5279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7890E77-C19B-5C7B-3101-F041215776CD}"/>
              </a:ext>
            </a:extLst>
          </p:cNvPr>
          <p:cNvGrpSpPr/>
          <p:nvPr/>
        </p:nvGrpSpPr>
        <p:grpSpPr>
          <a:xfrm>
            <a:off x="8049042" y="4831754"/>
            <a:ext cx="1507803" cy="411028"/>
            <a:chOff x="7223352" y="4859050"/>
            <a:chExt cx="1507803" cy="411028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9730725-2F90-95FF-37CA-6B4B169A6E57}"/>
                </a:ext>
              </a:extLst>
            </p:cNvPr>
            <p:cNvSpPr txBox="1"/>
            <p:nvPr/>
          </p:nvSpPr>
          <p:spPr>
            <a:xfrm>
              <a:off x="7223352" y="4859050"/>
              <a:ext cx="14989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C00000"/>
                  </a:solidFill>
                </a:rPr>
                <a:t>.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7D4A920-AE86-0ECA-8AE5-BE57DE69CD83}"/>
                </a:ext>
              </a:extLst>
            </p:cNvPr>
            <p:cNvSpPr txBox="1"/>
            <p:nvPr/>
          </p:nvSpPr>
          <p:spPr>
            <a:xfrm>
              <a:off x="7228763" y="4938089"/>
              <a:ext cx="14989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C00000"/>
                  </a:solidFill>
                </a:rPr>
                <a:t>.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67296BF-FD50-3E2F-AFA1-DC639B336CBA}"/>
                </a:ext>
              </a:extLst>
            </p:cNvPr>
            <p:cNvSpPr txBox="1"/>
            <p:nvPr/>
          </p:nvSpPr>
          <p:spPr>
            <a:xfrm>
              <a:off x="7232175" y="5008468"/>
              <a:ext cx="14989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C00000"/>
                  </a:solidFill>
                </a:rPr>
                <a:t>.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8D494CDA-A983-8C25-E99D-8A63F7A7E2DC}"/>
              </a:ext>
            </a:extLst>
          </p:cNvPr>
          <p:cNvSpPr txBox="1"/>
          <p:nvPr/>
        </p:nvSpPr>
        <p:spPr>
          <a:xfrm>
            <a:off x="6428096" y="4767988"/>
            <a:ext cx="1222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</a:t>
            </a:r>
          </a:p>
          <a:p>
            <a:pPr algn="ctr"/>
            <a:r>
              <a:rPr lang="es-ES" dirty="0">
                <a:solidFill>
                  <a:srgbClr val="C00000"/>
                </a:solidFill>
              </a:rPr>
              <a:t>Gateway</a:t>
            </a:r>
            <a:endParaRPr lang="en-GB" dirty="0">
              <a:solidFill>
                <a:srgbClr val="C00000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4B8DE4D-00F7-4CEA-B6CD-B98AD7CFE5A7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643878" y="4259323"/>
            <a:ext cx="341194" cy="8215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3AA9AE1-BF30-B92E-8E62-D00DDE59B27E}"/>
              </a:ext>
            </a:extLst>
          </p:cNvPr>
          <p:cNvCxnSpPr>
            <a:cxnSpLocks/>
            <a:stCxn id="42" idx="3"/>
            <a:endCxn id="34" idx="1"/>
          </p:cNvCxnSpPr>
          <p:nvPr/>
        </p:nvCxnSpPr>
        <p:spPr>
          <a:xfrm>
            <a:off x="7650131" y="5091154"/>
            <a:ext cx="334941" cy="7072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Several cylinder tubes with red liquid&#10;&#10;AI-generated content may be incorrect.">
            <a:extLst>
              <a:ext uri="{FF2B5EF4-FFF2-40B4-BE49-F238E27FC236}">
                <a16:creationId xmlns:a16="http://schemas.microsoft.com/office/drawing/2014/main" id="{F0D0F91C-FBF3-521D-1547-F39FEDEC88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823" y="5199986"/>
            <a:ext cx="1893600" cy="128331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32690B01-9655-51C2-B873-ABEECD3FB02E}"/>
              </a:ext>
            </a:extLst>
          </p:cNvPr>
          <p:cNvSpPr txBox="1"/>
          <p:nvPr/>
        </p:nvSpPr>
        <p:spPr>
          <a:xfrm>
            <a:off x="1144844" y="3186491"/>
            <a:ext cx="739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…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2B08FF-CFBA-3992-24E7-5D243F9CF08C}"/>
              </a:ext>
            </a:extLst>
          </p:cNvPr>
          <p:cNvSpPr txBox="1"/>
          <p:nvPr/>
        </p:nvSpPr>
        <p:spPr>
          <a:xfrm>
            <a:off x="1679239" y="2257834"/>
            <a:ext cx="8495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Wallet</a:t>
            </a:r>
          </a:p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SSO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9E8A2A6-BEC5-C215-59CA-D848BE4AB4B4}"/>
              </a:ext>
            </a:extLst>
          </p:cNvPr>
          <p:cNvSpPr/>
          <p:nvPr/>
        </p:nvSpPr>
        <p:spPr>
          <a:xfrm>
            <a:off x="421084" y="1020368"/>
            <a:ext cx="849573" cy="81218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F7DD18-0EFC-026B-8A21-EFBB0AE3AA97}"/>
              </a:ext>
            </a:extLst>
          </p:cNvPr>
          <p:cNvSpPr txBox="1"/>
          <p:nvPr/>
        </p:nvSpPr>
        <p:spPr>
          <a:xfrm>
            <a:off x="484559" y="1209585"/>
            <a:ext cx="722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FFC000"/>
                </a:solidFill>
              </a:rPr>
              <a:t>IdP</a:t>
            </a:r>
            <a:endParaRPr lang="en-GB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556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30CFB-3CB5-1195-320F-AE2DC5B5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93AF1B-473B-A7AC-1B61-8488B4B5EB37}"/>
              </a:ext>
            </a:extLst>
          </p:cNvPr>
          <p:cNvSpPr/>
          <p:nvPr/>
        </p:nvSpPr>
        <p:spPr>
          <a:xfrm>
            <a:off x="8202301" y="354215"/>
            <a:ext cx="1965278" cy="11225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8C924F-9CAC-C7B0-3E04-5ABAB958D643}"/>
              </a:ext>
            </a:extLst>
          </p:cNvPr>
          <p:cNvSpPr/>
          <p:nvPr/>
        </p:nvSpPr>
        <p:spPr>
          <a:xfrm>
            <a:off x="8202301" y="1652508"/>
            <a:ext cx="1105469" cy="89165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6B88FBEC-5B2F-D510-6052-31ECBD486CFB}"/>
              </a:ext>
            </a:extLst>
          </p:cNvPr>
          <p:cNvSpPr/>
          <p:nvPr/>
        </p:nvSpPr>
        <p:spPr>
          <a:xfrm>
            <a:off x="6799993" y="354216"/>
            <a:ext cx="880281" cy="1122529"/>
          </a:xfrm>
          <a:prstGeom prst="diamond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6DBCE1-44A8-2B6B-CAFF-54DCF042EA20}"/>
              </a:ext>
            </a:extLst>
          </p:cNvPr>
          <p:cNvSpPr txBox="1"/>
          <p:nvPr/>
        </p:nvSpPr>
        <p:spPr>
          <a:xfrm>
            <a:off x="8500779" y="451196"/>
            <a:ext cx="13683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Provider</a:t>
            </a:r>
            <a:endParaRPr lang="en-GB" dirty="0">
              <a:solidFill>
                <a:srgbClr val="002060"/>
              </a:solidFill>
            </a:endParaRPr>
          </a:p>
          <a:p>
            <a:pPr algn="ctr"/>
            <a:r>
              <a:rPr lang="es-ES" dirty="0">
                <a:solidFill>
                  <a:srgbClr val="002060"/>
                </a:solidFill>
              </a:rPr>
              <a:t>Lab</a:t>
            </a:r>
          </a:p>
          <a:p>
            <a:pPr algn="ctr"/>
            <a:r>
              <a:rPr lang="es-ES" dirty="0">
                <a:solidFill>
                  <a:srgbClr val="002060"/>
                </a:solidFill>
              </a:rPr>
              <a:t>Reservation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47D263-FAC1-69CB-ADE7-055A34714729}"/>
              </a:ext>
            </a:extLst>
          </p:cNvPr>
          <p:cNvSpPr txBox="1"/>
          <p:nvPr/>
        </p:nvSpPr>
        <p:spPr>
          <a:xfrm>
            <a:off x="8202300" y="1915809"/>
            <a:ext cx="110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$LAB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45A162-D5CF-E392-A4A3-E0842454617C}"/>
              </a:ext>
            </a:extLst>
          </p:cNvPr>
          <p:cNvSpPr txBox="1"/>
          <p:nvPr/>
        </p:nvSpPr>
        <p:spPr>
          <a:xfrm>
            <a:off x="6799992" y="730814"/>
            <a:ext cx="88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Proxy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456C4E-D6F6-BBF4-22B4-8481C338250E}"/>
              </a:ext>
            </a:extLst>
          </p:cNvPr>
          <p:cNvSpPr/>
          <p:nvPr/>
        </p:nvSpPr>
        <p:spPr>
          <a:xfrm>
            <a:off x="6430367" y="88710"/>
            <a:ext cx="4126173" cy="320508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4C6650-344F-5F2F-1892-67E3E9ED4933}"/>
              </a:ext>
            </a:extLst>
          </p:cNvPr>
          <p:cNvSpPr txBox="1"/>
          <p:nvPr/>
        </p:nvSpPr>
        <p:spPr>
          <a:xfrm>
            <a:off x="7179856" y="2589912"/>
            <a:ext cx="2627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Decentralized back-end (blockchain)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8BC727F-693C-C1CB-6447-15F5977C58A8}"/>
              </a:ext>
            </a:extLst>
          </p:cNvPr>
          <p:cNvSpPr/>
          <p:nvPr/>
        </p:nvSpPr>
        <p:spPr>
          <a:xfrm>
            <a:off x="170593" y="2292815"/>
            <a:ext cx="2640842" cy="2531660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CF917B-C9A0-CAEA-2D10-46BB6EE05E00}"/>
              </a:ext>
            </a:extLst>
          </p:cNvPr>
          <p:cNvSpPr txBox="1"/>
          <p:nvPr/>
        </p:nvSpPr>
        <p:spPr>
          <a:xfrm>
            <a:off x="748916" y="4437908"/>
            <a:ext cx="1484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Marketplace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60914A-615F-7894-EAA3-416A1CADC192}"/>
              </a:ext>
            </a:extLst>
          </p:cNvPr>
          <p:cNvSpPr/>
          <p:nvPr/>
        </p:nvSpPr>
        <p:spPr>
          <a:xfrm>
            <a:off x="1717339" y="2291677"/>
            <a:ext cx="773374" cy="301646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73FA6E-9717-6E8B-BB2B-D27CB1741BAD}"/>
              </a:ext>
            </a:extLst>
          </p:cNvPr>
          <p:cNvSpPr txBox="1"/>
          <p:nvPr/>
        </p:nvSpPr>
        <p:spPr>
          <a:xfrm>
            <a:off x="1679239" y="2257834"/>
            <a:ext cx="849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Wallet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E5A6F4F-B630-10B0-0A76-C177C49E1FFD}"/>
              </a:ext>
            </a:extLst>
          </p:cNvPr>
          <p:cNvSpPr/>
          <p:nvPr/>
        </p:nvSpPr>
        <p:spPr>
          <a:xfrm>
            <a:off x="3701698" y="3108329"/>
            <a:ext cx="1678676" cy="126583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93B2A54-A3C9-8C5E-8E81-0452801D3A02}"/>
              </a:ext>
            </a:extLst>
          </p:cNvPr>
          <p:cNvSpPr/>
          <p:nvPr/>
        </p:nvSpPr>
        <p:spPr>
          <a:xfrm>
            <a:off x="591113" y="2737464"/>
            <a:ext cx="581736" cy="70627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EF4B11-FADC-D869-2604-C3C580EEF6B4}"/>
              </a:ext>
            </a:extLst>
          </p:cNvPr>
          <p:cNvSpPr txBox="1"/>
          <p:nvPr/>
        </p:nvSpPr>
        <p:spPr>
          <a:xfrm>
            <a:off x="531404" y="2908714"/>
            <a:ext cx="739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Lab 1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7BECAC0-2E22-1288-AD74-0250A7591F24}"/>
              </a:ext>
            </a:extLst>
          </p:cNvPr>
          <p:cNvSpPr/>
          <p:nvPr/>
        </p:nvSpPr>
        <p:spPr>
          <a:xfrm>
            <a:off x="1856092" y="2746861"/>
            <a:ext cx="581736" cy="70627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191079-0B46-E365-E8F7-A57B079AE150}"/>
              </a:ext>
            </a:extLst>
          </p:cNvPr>
          <p:cNvSpPr txBox="1"/>
          <p:nvPr/>
        </p:nvSpPr>
        <p:spPr>
          <a:xfrm>
            <a:off x="1775911" y="2918111"/>
            <a:ext cx="739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Lab n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54293C3-8D90-4062-8B8A-C294B59FEA18}"/>
              </a:ext>
            </a:extLst>
          </p:cNvPr>
          <p:cNvSpPr/>
          <p:nvPr/>
        </p:nvSpPr>
        <p:spPr>
          <a:xfrm>
            <a:off x="928044" y="3677495"/>
            <a:ext cx="1125939" cy="70627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7F27E3-B5C8-E72B-9762-81D46CA5530B}"/>
              </a:ext>
            </a:extLst>
          </p:cNvPr>
          <p:cNvSpPr txBox="1"/>
          <p:nvPr/>
        </p:nvSpPr>
        <p:spPr>
          <a:xfrm>
            <a:off x="928044" y="3845965"/>
            <a:ext cx="1125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Bookings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461B71F-3C19-2BBD-613E-F7FCFD2F60F1}"/>
              </a:ext>
            </a:extLst>
          </p:cNvPr>
          <p:cNvSpPr/>
          <p:nvPr/>
        </p:nvSpPr>
        <p:spPr>
          <a:xfrm>
            <a:off x="7985072" y="3662711"/>
            <a:ext cx="1575185" cy="126110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CAAABE-D3DE-88F5-9678-17E1D1EEE8F5}"/>
              </a:ext>
            </a:extLst>
          </p:cNvPr>
          <p:cNvSpPr txBox="1"/>
          <p:nvPr/>
        </p:nvSpPr>
        <p:spPr>
          <a:xfrm>
            <a:off x="7985072" y="3936157"/>
            <a:ext cx="156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Computer 1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58E458-36B7-9A8A-DE1C-0FFA5813A9C0}"/>
              </a:ext>
            </a:extLst>
          </p:cNvPr>
          <p:cNvSpPr/>
          <p:nvPr/>
        </p:nvSpPr>
        <p:spPr>
          <a:xfrm>
            <a:off x="6428097" y="3500070"/>
            <a:ext cx="5616054" cy="32973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5A603E-9EA6-4475-91D8-522896EDAAA0}"/>
              </a:ext>
            </a:extLst>
          </p:cNvPr>
          <p:cNvSpPr txBox="1"/>
          <p:nvPr/>
        </p:nvSpPr>
        <p:spPr>
          <a:xfrm>
            <a:off x="6735733" y="6453326"/>
            <a:ext cx="295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</a:t>
            </a:r>
            <a:r>
              <a:rPr lang="es-ES" dirty="0" err="1">
                <a:solidFill>
                  <a:srgbClr val="C00000"/>
                </a:solidFill>
              </a:rPr>
              <a:t>provider</a:t>
            </a:r>
            <a:r>
              <a:rPr lang="en-GB" dirty="0">
                <a:solidFill>
                  <a:srgbClr val="C00000"/>
                </a:solidFill>
              </a:rPr>
              <a:t> infrastructure</a:t>
            </a:r>
            <a:endParaRPr lang="es-ES" dirty="0">
              <a:solidFill>
                <a:srgbClr val="C00000"/>
              </a:solidFill>
            </a:endParaRPr>
          </a:p>
        </p:txBody>
      </p:sp>
      <p:pic>
        <p:nvPicPr>
          <p:cNvPr id="31" name="Picture 30" descr="A machine with pipes and a glass cover&#10;&#10;AI-generated content may be incorrect.">
            <a:extLst>
              <a:ext uri="{FF2B5EF4-FFF2-40B4-BE49-F238E27FC236}">
                <a16:creationId xmlns:a16="http://schemas.microsoft.com/office/drawing/2014/main" id="{C8DBCEEC-5B91-53EE-6A6E-A54397287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00"/>
          <a:stretch/>
        </p:blipFill>
        <p:spPr>
          <a:xfrm>
            <a:off x="10088234" y="3665552"/>
            <a:ext cx="1895155" cy="126110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116933B-8BD3-55E9-B7C3-CC53671F497D}"/>
              </a:ext>
            </a:extLst>
          </p:cNvPr>
          <p:cNvSpPr txBox="1"/>
          <p:nvPr/>
        </p:nvSpPr>
        <p:spPr>
          <a:xfrm>
            <a:off x="10210231" y="4896388"/>
            <a:ext cx="149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setup 1</a:t>
            </a:r>
            <a:endParaRPr lang="en-GB" dirty="0">
              <a:solidFill>
                <a:srgbClr val="C00000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78A03BA-CC26-6E3E-5DE5-E0C8C3BF2718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7680274" y="915480"/>
            <a:ext cx="5220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83EF61-6745-ED76-15FE-5C7D60987D02}"/>
              </a:ext>
            </a:extLst>
          </p:cNvPr>
          <p:cNvSpPr/>
          <p:nvPr/>
        </p:nvSpPr>
        <p:spPr>
          <a:xfrm>
            <a:off x="6428096" y="4462204"/>
            <a:ext cx="1222035" cy="126583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449856C-F75E-5BD9-2EE4-A8076D31F1C7}"/>
              </a:ext>
            </a:extLst>
          </p:cNvPr>
          <p:cNvCxnSpPr>
            <a:cxnSpLocks/>
            <a:stCxn id="25" idx="3"/>
            <a:endCxn id="31" idx="1"/>
          </p:cNvCxnSpPr>
          <p:nvPr/>
        </p:nvCxnSpPr>
        <p:spPr>
          <a:xfrm>
            <a:off x="9560257" y="4293265"/>
            <a:ext cx="5279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30CB702-9EFC-2232-8EFA-23C497F00D43}"/>
              </a:ext>
            </a:extLst>
          </p:cNvPr>
          <p:cNvSpPr/>
          <p:nvPr/>
        </p:nvSpPr>
        <p:spPr>
          <a:xfrm>
            <a:off x="7985072" y="5201832"/>
            <a:ext cx="1575185" cy="126110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133B6F-EABC-0E07-866F-F777CC9FDA35}"/>
              </a:ext>
            </a:extLst>
          </p:cNvPr>
          <p:cNvSpPr txBox="1"/>
          <p:nvPr/>
        </p:nvSpPr>
        <p:spPr>
          <a:xfrm>
            <a:off x="7985072" y="5475278"/>
            <a:ext cx="156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</a:t>
            </a:r>
            <a:r>
              <a:rPr lang="es-ES" dirty="0" err="1">
                <a:solidFill>
                  <a:srgbClr val="C00000"/>
                </a:solidFill>
              </a:rPr>
              <a:t>Computer</a:t>
            </a:r>
            <a:r>
              <a:rPr lang="es-ES" dirty="0">
                <a:solidFill>
                  <a:srgbClr val="C00000"/>
                </a:solidFill>
              </a:rPr>
              <a:t> k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70724D-8369-FAE2-3931-BD8B16C354A1}"/>
              </a:ext>
            </a:extLst>
          </p:cNvPr>
          <p:cNvSpPr txBox="1"/>
          <p:nvPr/>
        </p:nvSpPr>
        <p:spPr>
          <a:xfrm>
            <a:off x="10210231" y="6462805"/>
            <a:ext cx="149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</a:t>
            </a:r>
            <a:r>
              <a:rPr lang="es-ES" dirty="0" err="1">
                <a:solidFill>
                  <a:srgbClr val="C00000"/>
                </a:solidFill>
              </a:rPr>
              <a:t>setup</a:t>
            </a:r>
            <a:r>
              <a:rPr lang="es-ES" dirty="0">
                <a:solidFill>
                  <a:srgbClr val="C00000"/>
                </a:solidFill>
              </a:rPr>
              <a:t> k</a:t>
            </a:r>
            <a:endParaRPr lang="en-GB" dirty="0">
              <a:solidFill>
                <a:srgbClr val="C00000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31C7B0F-2B3D-A162-EE46-B7AE4146BDFA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9560257" y="5832386"/>
            <a:ext cx="5279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3FC3471-6041-993B-7751-C332142A13AB}"/>
              </a:ext>
            </a:extLst>
          </p:cNvPr>
          <p:cNvGrpSpPr/>
          <p:nvPr/>
        </p:nvGrpSpPr>
        <p:grpSpPr>
          <a:xfrm>
            <a:off x="8049042" y="4831754"/>
            <a:ext cx="1507803" cy="411028"/>
            <a:chOff x="7223352" y="4859050"/>
            <a:chExt cx="1507803" cy="411028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FCFA11E-C859-B316-9FD2-4292F44B7344}"/>
                </a:ext>
              </a:extLst>
            </p:cNvPr>
            <p:cNvSpPr txBox="1"/>
            <p:nvPr/>
          </p:nvSpPr>
          <p:spPr>
            <a:xfrm>
              <a:off x="7223352" y="4859050"/>
              <a:ext cx="14989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C00000"/>
                  </a:solidFill>
                </a:rPr>
                <a:t>.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E8CF94B-268A-0D71-BFCC-68012EFAF267}"/>
                </a:ext>
              </a:extLst>
            </p:cNvPr>
            <p:cNvSpPr txBox="1"/>
            <p:nvPr/>
          </p:nvSpPr>
          <p:spPr>
            <a:xfrm>
              <a:off x="7228763" y="4938089"/>
              <a:ext cx="14989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C00000"/>
                  </a:solidFill>
                </a:rPr>
                <a:t>.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5B07B8A-2F23-FC12-03DB-F0560B7C745F}"/>
                </a:ext>
              </a:extLst>
            </p:cNvPr>
            <p:cNvSpPr txBox="1"/>
            <p:nvPr/>
          </p:nvSpPr>
          <p:spPr>
            <a:xfrm>
              <a:off x="7232175" y="5008468"/>
              <a:ext cx="14989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C00000"/>
                  </a:solidFill>
                </a:rPr>
                <a:t>.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763D260C-9F12-0511-35A1-B62B27F30D6A}"/>
              </a:ext>
            </a:extLst>
          </p:cNvPr>
          <p:cNvSpPr txBox="1"/>
          <p:nvPr/>
        </p:nvSpPr>
        <p:spPr>
          <a:xfrm>
            <a:off x="6428096" y="4767988"/>
            <a:ext cx="1222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</a:t>
            </a:r>
          </a:p>
          <a:p>
            <a:pPr algn="ctr"/>
            <a:r>
              <a:rPr lang="es-ES" dirty="0">
                <a:solidFill>
                  <a:srgbClr val="C00000"/>
                </a:solidFill>
              </a:rPr>
              <a:t>Gateway</a:t>
            </a:r>
            <a:endParaRPr lang="en-GB" dirty="0">
              <a:solidFill>
                <a:srgbClr val="C00000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9746ADC-86CA-1899-E277-8C7062DC9C21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643878" y="4259323"/>
            <a:ext cx="341194" cy="8215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FACF0FB-DAE2-3D91-05BB-59224D188F8D}"/>
              </a:ext>
            </a:extLst>
          </p:cNvPr>
          <p:cNvCxnSpPr>
            <a:cxnSpLocks/>
            <a:stCxn id="42" idx="3"/>
            <a:endCxn id="34" idx="1"/>
          </p:cNvCxnSpPr>
          <p:nvPr/>
        </p:nvCxnSpPr>
        <p:spPr>
          <a:xfrm>
            <a:off x="7650131" y="5091154"/>
            <a:ext cx="334941" cy="7072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Several cylinder tubes with red liquid&#10;&#10;AI-generated content may be incorrect.">
            <a:extLst>
              <a:ext uri="{FF2B5EF4-FFF2-40B4-BE49-F238E27FC236}">
                <a16:creationId xmlns:a16="http://schemas.microsoft.com/office/drawing/2014/main" id="{74D0307A-04B5-1FCC-5C14-FA7DB43B56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823" y="5199986"/>
            <a:ext cx="1893600" cy="128331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51E173C1-7880-C070-0E2D-FCAFB12B0C5F}"/>
              </a:ext>
            </a:extLst>
          </p:cNvPr>
          <p:cNvSpPr txBox="1"/>
          <p:nvPr/>
        </p:nvSpPr>
        <p:spPr>
          <a:xfrm>
            <a:off x="1144844" y="2905934"/>
            <a:ext cx="739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…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AAE2409-2DF9-911D-C54C-DE7B96838C55}"/>
              </a:ext>
            </a:extLst>
          </p:cNvPr>
          <p:cNvGrpSpPr/>
          <p:nvPr/>
        </p:nvGrpSpPr>
        <p:grpSpPr>
          <a:xfrm>
            <a:off x="1922197" y="1567274"/>
            <a:ext cx="2718041" cy="1553231"/>
            <a:chOff x="1848979" y="1478737"/>
            <a:chExt cx="2791259" cy="2959171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6505719-CA93-8C16-60E0-60C332B4D45B}"/>
                </a:ext>
              </a:extLst>
            </p:cNvPr>
            <p:cNvGrpSpPr/>
            <p:nvPr/>
          </p:nvGrpSpPr>
          <p:grpSpPr>
            <a:xfrm>
              <a:off x="1848979" y="1852197"/>
              <a:ext cx="2791259" cy="2585711"/>
              <a:chOff x="1775911" y="1852197"/>
              <a:chExt cx="3287408" cy="2585711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F96822BB-7AAE-2F6D-DCAC-43DE568BD5D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82735" y="1852197"/>
                <a:ext cx="0" cy="994200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38C132D2-1A02-060C-99CF-57B4A7E28D50}"/>
                  </a:ext>
                </a:extLst>
              </p:cNvPr>
              <p:cNvCxnSpPr/>
              <p:nvPr/>
            </p:nvCxnSpPr>
            <p:spPr>
              <a:xfrm>
                <a:off x="1775911" y="1852197"/>
                <a:ext cx="3287408" cy="0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8F4E295D-52EA-19F2-BC33-D19A4D4C44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7925" y="1852197"/>
                <a:ext cx="0" cy="2585711"/>
              </a:xfrm>
              <a:prstGeom prst="line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A5A9D39-827F-BDC4-77FC-D866CD794247}"/>
                </a:ext>
              </a:extLst>
            </p:cNvPr>
            <p:cNvSpPr txBox="1"/>
            <p:nvPr/>
          </p:nvSpPr>
          <p:spPr>
            <a:xfrm>
              <a:off x="2703655" y="1478737"/>
              <a:ext cx="1130534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wallet</a:t>
              </a:r>
              <a:r>
                <a:rPr lang="es-ES" sz="1600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 add</a:t>
              </a:r>
              <a:endParaRPr lang="en-GB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23033C0-56F8-A0B2-9A98-865BFA444850}"/>
              </a:ext>
            </a:extLst>
          </p:cNvPr>
          <p:cNvGrpSpPr/>
          <p:nvPr/>
        </p:nvGrpSpPr>
        <p:grpSpPr>
          <a:xfrm>
            <a:off x="2124240" y="1720936"/>
            <a:ext cx="2365199" cy="1387394"/>
            <a:chOff x="1999399" y="1623033"/>
            <a:chExt cx="2492035" cy="2809133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C02B3069-C438-3184-3FDC-AA057E9D7B78}"/>
                </a:ext>
              </a:extLst>
            </p:cNvPr>
            <p:cNvGrpSpPr/>
            <p:nvPr/>
          </p:nvGrpSpPr>
          <p:grpSpPr>
            <a:xfrm>
              <a:off x="1999399" y="1985750"/>
              <a:ext cx="2492035" cy="2446416"/>
              <a:chOff x="1999397" y="2018244"/>
              <a:chExt cx="2897730" cy="2413921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D2973CB1-9FA8-34AD-EAA6-20B21B7518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89875" y="2018244"/>
                <a:ext cx="0" cy="2413921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6F222B9-1F08-FAF2-F7C6-999A796F28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99397" y="2027334"/>
                <a:ext cx="2897730" cy="0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F7FF67FE-452E-5666-DD66-B7CA4DB8B8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010864" y="2018244"/>
                <a:ext cx="0" cy="791153"/>
              </a:xfrm>
              <a:prstGeom prst="line">
                <a:avLst/>
              </a:prstGeom>
              <a:ln>
                <a:headEnd type="arrow" w="med" len="med"/>
                <a:tailEnd type="none" w="med" len="med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8FFB542-5E3A-2C9B-30B0-3D88E1902DAC}"/>
                </a:ext>
              </a:extLst>
            </p:cNvPr>
            <p:cNvSpPr txBox="1"/>
            <p:nvPr/>
          </p:nvSpPr>
          <p:spPr>
            <a:xfrm>
              <a:off x="2476930" y="1623033"/>
              <a:ext cx="1626339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add:timestamp</a:t>
              </a:r>
              <a:endParaRPr lang="en-GB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4EB96B6-2901-9A04-D2B4-CB57C2312A06}"/>
              </a:ext>
            </a:extLst>
          </p:cNvPr>
          <p:cNvGrpSpPr/>
          <p:nvPr/>
        </p:nvGrpSpPr>
        <p:grpSpPr>
          <a:xfrm>
            <a:off x="2313291" y="1844894"/>
            <a:ext cx="1999311" cy="1275611"/>
            <a:chOff x="2126513" y="1751753"/>
            <a:chExt cx="2185392" cy="2687237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2D0C28E3-F443-51CF-732B-7926CFD95551}"/>
                </a:ext>
              </a:extLst>
            </p:cNvPr>
            <p:cNvGrpSpPr/>
            <p:nvPr/>
          </p:nvGrpSpPr>
          <p:grpSpPr>
            <a:xfrm>
              <a:off x="2126513" y="2101756"/>
              <a:ext cx="2185392" cy="2337234"/>
              <a:chOff x="2249597" y="2147564"/>
              <a:chExt cx="2431585" cy="2291291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BF2C632-1098-0D2C-B314-D06BD21822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60324" y="2149522"/>
                <a:ext cx="0" cy="564126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6842303F-45A5-1682-31AC-A2202AFF0D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49597" y="2165350"/>
                <a:ext cx="2431585" cy="0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C6FBD571-F010-1050-1C7B-600B270A16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9212" y="2147564"/>
                <a:ext cx="0" cy="2291291"/>
              </a:xfrm>
              <a:prstGeom prst="line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A004B6B-A9C6-27E3-FE0C-323BCDC2E7D2}"/>
                </a:ext>
              </a:extLst>
            </p:cNvPr>
            <p:cNvSpPr txBox="1"/>
            <p:nvPr/>
          </p:nvSpPr>
          <p:spPr>
            <a:xfrm>
              <a:off x="2483461" y="1751753"/>
              <a:ext cx="15362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wallet</a:t>
              </a:r>
              <a:r>
                <a:rPr lang="es-ES" sz="1600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, signed</a:t>
              </a:r>
              <a:endParaRPr lang="en-GB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0F2E87E-C29A-F599-D490-C36991BCC809}"/>
              </a:ext>
            </a:extLst>
          </p:cNvPr>
          <p:cNvGrpSpPr/>
          <p:nvPr/>
        </p:nvGrpSpPr>
        <p:grpSpPr>
          <a:xfrm>
            <a:off x="2811435" y="3559860"/>
            <a:ext cx="948361" cy="338554"/>
            <a:chOff x="2811435" y="3559860"/>
            <a:chExt cx="948361" cy="338554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7A6A294A-543F-2DA9-8503-B343F2DD92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11435" y="3729137"/>
              <a:ext cx="900000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F9D0EFA-329A-E9C2-F804-204DA4E40BB9}"/>
                </a:ext>
              </a:extLst>
            </p:cNvPr>
            <p:cNvSpPr txBox="1"/>
            <p:nvPr/>
          </p:nvSpPr>
          <p:spPr>
            <a:xfrm>
              <a:off x="2832789" y="3559860"/>
              <a:ext cx="9270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jwt</a:t>
              </a:r>
              <a:endParaRPr lang="es-ES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226DD46-61E5-F704-A6B8-B76D3AD42A83}"/>
              </a:ext>
            </a:extLst>
          </p:cNvPr>
          <p:cNvGrpSpPr/>
          <p:nvPr/>
        </p:nvGrpSpPr>
        <p:grpSpPr>
          <a:xfrm>
            <a:off x="2436121" y="4830231"/>
            <a:ext cx="3991975" cy="411535"/>
            <a:chOff x="1431007" y="4830231"/>
            <a:chExt cx="4997089" cy="411535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7C5E0A3-A3A7-AEC4-4F01-FFD98E8AC1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4136" y="4830231"/>
              <a:ext cx="0" cy="252000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21D6C297-74B8-E2BB-FB79-8593476B063E}"/>
                </a:ext>
              </a:extLst>
            </p:cNvPr>
            <p:cNvCxnSpPr>
              <a:cxnSpLocks/>
              <a:endCxn id="42" idx="1"/>
            </p:cNvCxnSpPr>
            <p:nvPr/>
          </p:nvCxnSpPr>
          <p:spPr>
            <a:xfrm>
              <a:off x="1431007" y="5075367"/>
              <a:ext cx="4997089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61F51D71-0E19-5F8C-D98F-B63F99347FF7}"/>
                </a:ext>
              </a:extLst>
            </p:cNvPr>
            <p:cNvSpPr txBox="1"/>
            <p:nvPr/>
          </p:nvSpPr>
          <p:spPr>
            <a:xfrm>
              <a:off x="3538914" y="4903212"/>
              <a:ext cx="6295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jwt</a:t>
              </a:r>
              <a:endParaRPr lang="en-GB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AFC0615-4576-DF55-C686-CF0394AC3E25}"/>
              </a:ext>
            </a:extLst>
          </p:cNvPr>
          <p:cNvGrpSpPr/>
          <p:nvPr/>
        </p:nvGrpSpPr>
        <p:grpSpPr>
          <a:xfrm>
            <a:off x="5014507" y="1594020"/>
            <a:ext cx="1413589" cy="1519653"/>
            <a:chOff x="5014507" y="1594020"/>
            <a:chExt cx="1413589" cy="1519653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0032FA0-0132-0A98-102E-57F26B1958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1331" y="1756473"/>
              <a:ext cx="0" cy="1357200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AAFF432-E67A-5BC3-5CB7-F839506D64AC}"/>
                </a:ext>
              </a:extLst>
            </p:cNvPr>
            <p:cNvCxnSpPr>
              <a:cxnSpLocks/>
            </p:cNvCxnSpPr>
            <p:nvPr/>
          </p:nvCxnSpPr>
          <p:spPr>
            <a:xfrm>
              <a:off x="5014507" y="1763297"/>
              <a:ext cx="1413589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365C839-DD00-9D7A-BB00-E5559FE59FFE}"/>
                </a:ext>
              </a:extLst>
            </p:cNvPr>
            <p:cNvSpPr txBox="1"/>
            <p:nvPr/>
          </p:nvSpPr>
          <p:spPr>
            <a:xfrm>
              <a:off x="5462462" y="1594020"/>
              <a:ext cx="5245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add</a:t>
              </a:r>
              <a:endParaRPr lang="en-GB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8E58C75-37C7-A892-566A-83566D962619}"/>
              </a:ext>
            </a:extLst>
          </p:cNvPr>
          <p:cNvGrpSpPr/>
          <p:nvPr/>
        </p:nvGrpSpPr>
        <p:grpSpPr>
          <a:xfrm>
            <a:off x="5158850" y="1836326"/>
            <a:ext cx="1264694" cy="1288394"/>
            <a:chOff x="5158850" y="1836326"/>
            <a:chExt cx="1264694" cy="1288394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D4DF864C-2588-49EC-57C8-3BA03020F421}"/>
                </a:ext>
              </a:extLst>
            </p:cNvPr>
            <p:cNvGrpSpPr/>
            <p:nvPr/>
          </p:nvGrpSpPr>
          <p:grpSpPr>
            <a:xfrm>
              <a:off x="5158851" y="2015253"/>
              <a:ext cx="1264693" cy="1109467"/>
              <a:chOff x="5158851" y="2015253"/>
              <a:chExt cx="1264693" cy="1109467"/>
            </a:xfrm>
          </p:grpSpPr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EF33769B-E2C3-AD94-3AEA-1F7FDBA494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58851" y="2018057"/>
                <a:ext cx="1264693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F3D71D4E-E068-2971-3B2D-B0396C63DC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65675" y="2015253"/>
                <a:ext cx="0" cy="1109467"/>
              </a:xfrm>
              <a:prstGeom prst="line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142EA1F-F1C7-2E98-458F-301C5A27F04A}"/>
                </a:ext>
              </a:extLst>
            </p:cNvPr>
            <p:cNvSpPr txBox="1"/>
            <p:nvPr/>
          </p:nvSpPr>
          <p:spPr>
            <a:xfrm>
              <a:off x="5158850" y="1836326"/>
              <a:ext cx="12620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lab, booking</a:t>
              </a:r>
              <a:endParaRPr lang="en-GB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71BFD97-F61D-18FB-52E5-663EC14E5AFD}"/>
              </a:ext>
            </a:extLst>
          </p:cNvPr>
          <p:cNvSpPr txBox="1"/>
          <p:nvPr/>
        </p:nvSpPr>
        <p:spPr>
          <a:xfrm>
            <a:off x="170593" y="292320"/>
            <a:ext cx="2805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/>
              <a:t>Wallet access</a:t>
            </a:r>
            <a:endParaRPr lang="en-GB" sz="3200" b="1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9CC2178-0333-264D-0AA6-089D2C0E7F36}"/>
              </a:ext>
            </a:extLst>
          </p:cNvPr>
          <p:cNvGrpSpPr/>
          <p:nvPr/>
        </p:nvGrpSpPr>
        <p:grpSpPr>
          <a:xfrm>
            <a:off x="2436121" y="3729137"/>
            <a:ext cx="360000" cy="1116090"/>
            <a:chOff x="2436121" y="3729137"/>
            <a:chExt cx="360000" cy="111609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E2CD7FE-69D1-F890-7DDC-21EB09C129BA}"/>
                </a:ext>
              </a:extLst>
            </p:cNvPr>
            <p:cNvCxnSpPr>
              <a:cxnSpLocks/>
            </p:cNvCxnSpPr>
            <p:nvPr/>
          </p:nvCxnSpPr>
          <p:spPr>
            <a:xfrm>
              <a:off x="2436121" y="3729137"/>
              <a:ext cx="360000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F9AD53C-093F-F296-6AD8-9D4F02F5B5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4652" y="3729137"/>
              <a:ext cx="0" cy="111609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60EA211A-EEBB-7961-3B70-1D65F19878BB}"/>
              </a:ext>
            </a:extLst>
          </p:cNvPr>
          <p:cNvSpPr txBox="1"/>
          <p:nvPr/>
        </p:nvSpPr>
        <p:spPr>
          <a:xfrm>
            <a:off x="3685777" y="3414662"/>
            <a:ext cx="167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Blockchain services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956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C131A-896E-A842-5347-A5A24B9BF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396F1D-B3E2-2E5F-1D8B-D5CD24F21643}"/>
              </a:ext>
            </a:extLst>
          </p:cNvPr>
          <p:cNvSpPr/>
          <p:nvPr/>
        </p:nvSpPr>
        <p:spPr>
          <a:xfrm>
            <a:off x="8202301" y="354215"/>
            <a:ext cx="1965278" cy="1122529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3B559B-B3EF-63E3-58A2-71510C279B19}"/>
              </a:ext>
            </a:extLst>
          </p:cNvPr>
          <p:cNvSpPr/>
          <p:nvPr/>
        </p:nvSpPr>
        <p:spPr>
          <a:xfrm>
            <a:off x="8202301" y="1652508"/>
            <a:ext cx="1105469" cy="891654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7EA4AFDD-03CA-DAFA-E37F-ECCA753F60C2}"/>
              </a:ext>
            </a:extLst>
          </p:cNvPr>
          <p:cNvSpPr/>
          <p:nvPr/>
        </p:nvSpPr>
        <p:spPr>
          <a:xfrm>
            <a:off x="6799993" y="354216"/>
            <a:ext cx="880281" cy="1122529"/>
          </a:xfrm>
          <a:prstGeom prst="diamond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20E64-CD7B-CCDA-808E-95A2C380EDFD}"/>
              </a:ext>
            </a:extLst>
          </p:cNvPr>
          <p:cNvSpPr txBox="1"/>
          <p:nvPr/>
        </p:nvSpPr>
        <p:spPr>
          <a:xfrm>
            <a:off x="8500779" y="451196"/>
            <a:ext cx="13683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Provider</a:t>
            </a:r>
            <a:endParaRPr lang="en-GB" dirty="0">
              <a:solidFill>
                <a:srgbClr val="002060"/>
              </a:solidFill>
            </a:endParaRPr>
          </a:p>
          <a:p>
            <a:pPr algn="ctr"/>
            <a:r>
              <a:rPr lang="es-ES" dirty="0">
                <a:solidFill>
                  <a:srgbClr val="002060"/>
                </a:solidFill>
              </a:rPr>
              <a:t>Lab</a:t>
            </a:r>
          </a:p>
          <a:p>
            <a:pPr algn="ctr"/>
            <a:r>
              <a:rPr lang="es-ES" dirty="0">
                <a:solidFill>
                  <a:srgbClr val="002060"/>
                </a:solidFill>
              </a:rPr>
              <a:t>Reservation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67C60-F01E-5E3C-0D5C-123A555B2F1D}"/>
              </a:ext>
            </a:extLst>
          </p:cNvPr>
          <p:cNvSpPr txBox="1"/>
          <p:nvPr/>
        </p:nvSpPr>
        <p:spPr>
          <a:xfrm>
            <a:off x="8202300" y="1915809"/>
            <a:ext cx="1105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$LAB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42C996-E010-30CB-12BC-209B9B159959}"/>
              </a:ext>
            </a:extLst>
          </p:cNvPr>
          <p:cNvSpPr txBox="1"/>
          <p:nvPr/>
        </p:nvSpPr>
        <p:spPr>
          <a:xfrm>
            <a:off x="6799992" y="730814"/>
            <a:ext cx="88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Proxy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78C108-E1D8-DCF4-2391-150D5FCAABFF}"/>
              </a:ext>
            </a:extLst>
          </p:cNvPr>
          <p:cNvSpPr/>
          <p:nvPr/>
        </p:nvSpPr>
        <p:spPr>
          <a:xfrm>
            <a:off x="6430367" y="88710"/>
            <a:ext cx="4126173" cy="320508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4D6291-C6E6-98F9-F82D-5710BAFD32BC}"/>
              </a:ext>
            </a:extLst>
          </p:cNvPr>
          <p:cNvSpPr txBox="1"/>
          <p:nvPr/>
        </p:nvSpPr>
        <p:spPr>
          <a:xfrm>
            <a:off x="7179856" y="2589912"/>
            <a:ext cx="2627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2060"/>
                </a:solidFill>
              </a:rPr>
              <a:t>Decentralized back-end (blockchain)</a:t>
            </a:r>
            <a:endParaRPr lang="en-GB" dirty="0">
              <a:solidFill>
                <a:srgbClr val="00206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D35C5F-A14E-9E12-8C67-1CFA579D8D91}"/>
              </a:ext>
            </a:extLst>
          </p:cNvPr>
          <p:cNvSpPr/>
          <p:nvPr/>
        </p:nvSpPr>
        <p:spPr>
          <a:xfrm>
            <a:off x="170593" y="2292815"/>
            <a:ext cx="2640842" cy="2531660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367AAC-472F-4039-2330-6DB709314BBF}"/>
              </a:ext>
            </a:extLst>
          </p:cNvPr>
          <p:cNvSpPr txBox="1"/>
          <p:nvPr/>
        </p:nvSpPr>
        <p:spPr>
          <a:xfrm>
            <a:off x="748916" y="4437908"/>
            <a:ext cx="1484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Marketplace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A22B83B-51E4-6EB7-4374-80D08FA46261}"/>
              </a:ext>
            </a:extLst>
          </p:cNvPr>
          <p:cNvSpPr/>
          <p:nvPr/>
        </p:nvSpPr>
        <p:spPr>
          <a:xfrm>
            <a:off x="1717339" y="2291677"/>
            <a:ext cx="773374" cy="301646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1BFF70-2845-FF64-D7F9-C64D7AA7B493}"/>
              </a:ext>
            </a:extLst>
          </p:cNvPr>
          <p:cNvSpPr txBox="1"/>
          <p:nvPr/>
        </p:nvSpPr>
        <p:spPr>
          <a:xfrm>
            <a:off x="1679239" y="2257834"/>
            <a:ext cx="849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SSO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28BAC9-7876-E659-7517-7F3A7A6D4C96}"/>
              </a:ext>
            </a:extLst>
          </p:cNvPr>
          <p:cNvSpPr/>
          <p:nvPr/>
        </p:nvSpPr>
        <p:spPr>
          <a:xfrm>
            <a:off x="3701698" y="3108329"/>
            <a:ext cx="1678676" cy="126583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E1CDD57-2BED-A004-892C-7E48FF83986D}"/>
              </a:ext>
            </a:extLst>
          </p:cNvPr>
          <p:cNvSpPr/>
          <p:nvPr/>
        </p:nvSpPr>
        <p:spPr>
          <a:xfrm>
            <a:off x="591113" y="2737464"/>
            <a:ext cx="581736" cy="70627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300266-D5C1-DEE1-7F3D-9F2E3408CF3C}"/>
              </a:ext>
            </a:extLst>
          </p:cNvPr>
          <p:cNvSpPr txBox="1"/>
          <p:nvPr/>
        </p:nvSpPr>
        <p:spPr>
          <a:xfrm>
            <a:off x="531404" y="2908714"/>
            <a:ext cx="739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Lab 1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3E77FF-751B-5E53-A3D4-26E7B5A6BCB7}"/>
              </a:ext>
            </a:extLst>
          </p:cNvPr>
          <p:cNvSpPr/>
          <p:nvPr/>
        </p:nvSpPr>
        <p:spPr>
          <a:xfrm>
            <a:off x="1856092" y="2746861"/>
            <a:ext cx="581736" cy="70627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BE38D4-4375-D901-5EBA-2412F927E4C3}"/>
              </a:ext>
            </a:extLst>
          </p:cNvPr>
          <p:cNvSpPr txBox="1"/>
          <p:nvPr/>
        </p:nvSpPr>
        <p:spPr>
          <a:xfrm>
            <a:off x="1775911" y="2918111"/>
            <a:ext cx="739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Lab n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14BE15E-3BC8-AD6B-7D3E-8198DEF21629}"/>
              </a:ext>
            </a:extLst>
          </p:cNvPr>
          <p:cNvSpPr/>
          <p:nvPr/>
        </p:nvSpPr>
        <p:spPr>
          <a:xfrm>
            <a:off x="928044" y="3677495"/>
            <a:ext cx="1125939" cy="70627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4072A2-27C5-3EED-AA91-D226539D8CAD}"/>
              </a:ext>
            </a:extLst>
          </p:cNvPr>
          <p:cNvSpPr txBox="1"/>
          <p:nvPr/>
        </p:nvSpPr>
        <p:spPr>
          <a:xfrm>
            <a:off x="928044" y="3845965"/>
            <a:ext cx="1125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Bookings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ADAEDA8-5FA5-347F-A3E7-8C89773D4A50}"/>
              </a:ext>
            </a:extLst>
          </p:cNvPr>
          <p:cNvSpPr/>
          <p:nvPr/>
        </p:nvSpPr>
        <p:spPr>
          <a:xfrm>
            <a:off x="7985072" y="3662711"/>
            <a:ext cx="1575185" cy="126110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693FA2-5645-714C-340B-707A4CF8AC05}"/>
              </a:ext>
            </a:extLst>
          </p:cNvPr>
          <p:cNvSpPr txBox="1"/>
          <p:nvPr/>
        </p:nvSpPr>
        <p:spPr>
          <a:xfrm>
            <a:off x="7985072" y="3936157"/>
            <a:ext cx="156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Computer 1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AD997D-D7F3-55AE-3BE1-B57EB53CB6E5}"/>
              </a:ext>
            </a:extLst>
          </p:cNvPr>
          <p:cNvSpPr/>
          <p:nvPr/>
        </p:nvSpPr>
        <p:spPr>
          <a:xfrm>
            <a:off x="6428097" y="3500070"/>
            <a:ext cx="5616054" cy="32973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22457E-53FD-9DFF-C4A9-3EFE09D33A21}"/>
              </a:ext>
            </a:extLst>
          </p:cNvPr>
          <p:cNvSpPr txBox="1"/>
          <p:nvPr/>
        </p:nvSpPr>
        <p:spPr>
          <a:xfrm>
            <a:off x="6735733" y="6453326"/>
            <a:ext cx="2955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</a:t>
            </a:r>
            <a:r>
              <a:rPr lang="es-ES" dirty="0" err="1">
                <a:solidFill>
                  <a:srgbClr val="C00000"/>
                </a:solidFill>
              </a:rPr>
              <a:t>provider</a:t>
            </a:r>
            <a:r>
              <a:rPr lang="en-GB" dirty="0">
                <a:solidFill>
                  <a:srgbClr val="C00000"/>
                </a:solidFill>
              </a:rPr>
              <a:t> infrastructure</a:t>
            </a:r>
            <a:endParaRPr lang="es-ES" dirty="0">
              <a:solidFill>
                <a:srgbClr val="C00000"/>
              </a:solidFill>
            </a:endParaRPr>
          </a:p>
        </p:txBody>
      </p:sp>
      <p:pic>
        <p:nvPicPr>
          <p:cNvPr id="31" name="Picture 30" descr="A machine with pipes and a glass cover&#10;&#10;AI-generated content may be incorrect.">
            <a:extLst>
              <a:ext uri="{FF2B5EF4-FFF2-40B4-BE49-F238E27FC236}">
                <a16:creationId xmlns:a16="http://schemas.microsoft.com/office/drawing/2014/main" id="{6F23678A-D567-F9EA-962C-1FA21C4E4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00"/>
          <a:stretch/>
        </p:blipFill>
        <p:spPr>
          <a:xfrm>
            <a:off x="10088234" y="3665552"/>
            <a:ext cx="1895155" cy="126110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2A47176-3DFD-95B3-831D-C1F82738C4B4}"/>
              </a:ext>
            </a:extLst>
          </p:cNvPr>
          <p:cNvSpPr txBox="1"/>
          <p:nvPr/>
        </p:nvSpPr>
        <p:spPr>
          <a:xfrm>
            <a:off x="10210231" y="4896388"/>
            <a:ext cx="149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setup 1</a:t>
            </a:r>
            <a:endParaRPr lang="en-GB" dirty="0">
              <a:solidFill>
                <a:srgbClr val="C00000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E8FF478-F242-8032-E46E-10D46F6AA507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>
            <a:off x="7680274" y="915480"/>
            <a:ext cx="5220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634F6F0-0BEA-9A84-786B-8B28C89833C7}"/>
              </a:ext>
            </a:extLst>
          </p:cNvPr>
          <p:cNvSpPr/>
          <p:nvPr/>
        </p:nvSpPr>
        <p:spPr>
          <a:xfrm>
            <a:off x="6428096" y="4462204"/>
            <a:ext cx="1222035" cy="126583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FF2EB4E-6310-1506-2A5A-F15955599683}"/>
              </a:ext>
            </a:extLst>
          </p:cNvPr>
          <p:cNvCxnSpPr>
            <a:cxnSpLocks/>
            <a:stCxn id="25" idx="3"/>
            <a:endCxn id="31" idx="1"/>
          </p:cNvCxnSpPr>
          <p:nvPr/>
        </p:nvCxnSpPr>
        <p:spPr>
          <a:xfrm>
            <a:off x="9560257" y="4293265"/>
            <a:ext cx="5279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E5BEEA2-A656-17EF-3BC6-FF3959F39766}"/>
              </a:ext>
            </a:extLst>
          </p:cNvPr>
          <p:cNvSpPr/>
          <p:nvPr/>
        </p:nvSpPr>
        <p:spPr>
          <a:xfrm>
            <a:off x="7985072" y="5201832"/>
            <a:ext cx="1575185" cy="126110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C0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712F7C-7DC8-EB32-E7D3-4635CC34582C}"/>
              </a:ext>
            </a:extLst>
          </p:cNvPr>
          <p:cNvSpPr txBox="1"/>
          <p:nvPr/>
        </p:nvSpPr>
        <p:spPr>
          <a:xfrm>
            <a:off x="7985072" y="5475278"/>
            <a:ext cx="1562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</a:t>
            </a:r>
            <a:r>
              <a:rPr lang="es-ES" dirty="0" err="1">
                <a:solidFill>
                  <a:srgbClr val="C00000"/>
                </a:solidFill>
              </a:rPr>
              <a:t>Computer</a:t>
            </a:r>
            <a:r>
              <a:rPr lang="es-ES">
                <a:solidFill>
                  <a:srgbClr val="C00000"/>
                </a:solidFill>
              </a:rPr>
              <a:t> k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D8C6B3-B7DE-14EA-EE82-8637561DB5D2}"/>
              </a:ext>
            </a:extLst>
          </p:cNvPr>
          <p:cNvSpPr txBox="1"/>
          <p:nvPr/>
        </p:nvSpPr>
        <p:spPr>
          <a:xfrm>
            <a:off x="10210231" y="6462805"/>
            <a:ext cx="1498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 </a:t>
            </a:r>
            <a:r>
              <a:rPr lang="es-ES" dirty="0" err="1">
                <a:solidFill>
                  <a:srgbClr val="C00000"/>
                </a:solidFill>
              </a:rPr>
              <a:t>setup</a:t>
            </a:r>
            <a:r>
              <a:rPr lang="es-ES" dirty="0">
                <a:solidFill>
                  <a:srgbClr val="C00000"/>
                </a:solidFill>
              </a:rPr>
              <a:t> k</a:t>
            </a:r>
            <a:endParaRPr lang="en-GB" dirty="0">
              <a:solidFill>
                <a:srgbClr val="C00000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2C39DAF-29B4-C9C8-D508-E308ADF6ACB3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9560257" y="5832386"/>
            <a:ext cx="5279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ECA846F-602C-1416-324E-ADCBA15F378C}"/>
              </a:ext>
            </a:extLst>
          </p:cNvPr>
          <p:cNvGrpSpPr/>
          <p:nvPr/>
        </p:nvGrpSpPr>
        <p:grpSpPr>
          <a:xfrm>
            <a:off x="8049042" y="4831754"/>
            <a:ext cx="1507803" cy="411028"/>
            <a:chOff x="7223352" y="4859050"/>
            <a:chExt cx="1507803" cy="411028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2A31BF6-87DF-686C-E6F0-0D7FB2821C89}"/>
                </a:ext>
              </a:extLst>
            </p:cNvPr>
            <p:cNvSpPr txBox="1"/>
            <p:nvPr/>
          </p:nvSpPr>
          <p:spPr>
            <a:xfrm>
              <a:off x="7223352" y="4859050"/>
              <a:ext cx="14989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C00000"/>
                  </a:solidFill>
                </a:rPr>
                <a:t>.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52ABFFE-C6BD-C71A-C574-C8033A22EEB2}"/>
                </a:ext>
              </a:extLst>
            </p:cNvPr>
            <p:cNvSpPr txBox="1"/>
            <p:nvPr/>
          </p:nvSpPr>
          <p:spPr>
            <a:xfrm>
              <a:off x="7228763" y="4938089"/>
              <a:ext cx="14989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C00000"/>
                  </a:solidFill>
                </a:rPr>
                <a:t>.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B620E32-5908-AF11-4822-FBD1E88CE246}"/>
                </a:ext>
              </a:extLst>
            </p:cNvPr>
            <p:cNvSpPr txBox="1"/>
            <p:nvPr/>
          </p:nvSpPr>
          <p:spPr>
            <a:xfrm>
              <a:off x="7232175" y="5008468"/>
              <a:ext cx="149898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100" dirty="0">
                  <a:solidFill>
                    <a:srgbClr val="C00000"/>
                  </a:solidFill>
                </a:rPr>
                <a:t>.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708FE97-6E71-B613-B336-B89479CC0BB4}"/>
              </a:ext>
            </a:extLst>
          </p:cNvPr>
          <p:cNvSpPr txBox="1"/>
          <p:nvPr/>
        </p:nvSpPr>
        <p:spPr>
          <a:xfrm>
            <a:off x="6428096" y="4767988"/>
            <a:ext cx="1222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C00000"/>
                </a:solidFill>
              </a:rPr>
              <a:t>Lab</a:t>
            </a:r>
          </a:p>
          <a:p>
            <a:pPr algn="ctr"/>
            <a:r>
              <a:rPr lang="es-ES" dirty="0">
                <a:solidFill>
                  <a:srgbClr val="C00000"/>
                </a:solidFill>
              </a:rPr>
              <a:t>Gateway</a:t>
            </a:r>
            <a:endParaRPr lang="en-GB" dirty="0">
              <a:solidFill>
                <a:srgbClr val="C00000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FFE5078-5168-BC75-80CC-DF1638858A75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643878" y="4259323"/>
            <a:ext cx="341194" cy="82151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928BCFD-DA48-00F5-BBC3-135533CBA3BB}"/>
              </a:ext>
            </a:extLst>
          </p:cNvPr>
          <p:cNvCxnSpPr>
            <a:cxnSpLocks/>
            <a:stCxn id="42" idx="3"/>
            <a:endCxn id="34" idx="1"/>
          </p:cNvCxnSpPr>
          <p:nvPr/>
        </p:nvCxnSpPr>
        <p:spPr>
          <a:xfrm>
            <a:off x="7650131" y="5091154"/>
            <a:ext cx="334941" cy="70729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Several cylinder tubes with red liquid&#10;&#10;AI-generated content may be incorrect.">
            <a:extLst>
              <a:ext uri="{FF2B5EF4-FFF2-40B4-BE49-F238E27FC236}">
                <a16:creationId xmlns:a16="http://schemas.microsoft.com/office/drawing/2014/main" id="{E38710EE-4AD3-4600-0BD3-0800B30F7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823" y="5199986"/>
            <a:ext cx="1893600" cy="128331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62EAACBA-1E43-CE5D-01A7-3B05D0AFACD6}"/>
              </a:ext>
            </a:extLst>
          </p:cNvPr>
          <p:cNvSpPr txBox="1"/>
          <p:nvPr/>
        </p:nvSpPr>
        <p:spPr>
          <a:xfrm>
            <a:off x="1144844" y="2905934"/>
            <a:ext cx="739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3">
                    <a:lumMod val="75000"/>
                  </a:schemeClr>
                </a:solidFill>
              </a:rPr>
              <a:t>…</a:t>
            </a:r>
            <a:endParaRPr lang="en-GB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B421AB-BA74-39FF-5387-296CC7CF0CA6}"/>
              </a:ext>
            </a:extLst>
          </p:cNvPr>
          <p:cNvSpPr txBox="1"/>
          <p:nvPr/>
        </p:nvSpPr>
        <p:spPr>
          <a:xfrm>
            <a:off x="170593" y="292320"/>
            <a:ext cx="49982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/>
              <a:t>Institutional (SSO) access</a:t>
            </a:r>
            <a:endParaRPr lang="en-GB" sz="3200" b="1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56F4D8F-D900-3149-B42D-8D06E691C8B0}"/>
              </a:ext>
            </a:extLst>
          </p:cNvPr>
          <p:cNvSpPr/>
          <p:nvPr/>
        </p:nvSpPr>
        <p:spPr>
          <a:xfrm>
            <a:off x="421084" y="1020368"/>
            <a:ext cx="849573" cy="812187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8EB07-C635-E93B-728B-39018B18C399}"/>
              </a:ext>
            </a:extLst>
          </p:cNvPr>
          <p:cNvSpPr txBox="1"/>
          <p:nvPr/>
        </p:nvSpPr>
        <p:spPr>
          <a:xfrm>
            <a:off x="484559" y="1209585"/>
            <a:ext cx="722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FFC000"/>
                </a:solidFill>
              </a:rPr>
              <a:t>IdP</a:t>
            </a:r>
            <a:endParaRPr lang="en-GB" dirty="0">
              <a:solidFill>
                <a:srgbClr val="FFC000"/>
              </a:solidFill>
            </a:endParaRP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0FEA3D5-1A6D-1722-0867-14A0B095CF83}"/>
              </a:ext>
            </a:extLst>
          </p:cNvPr>
          <p:cNvCxnSpPr>
            <a:cxnSpLocks/>
            <a:endCxn id="35" idx="3"/>
          </p:cNvCxnSpPr>
          <p:nvPr/>
        </p:nvCxnSpPr>
        <p:spPr>
          <a:xfrm rot="10800000">
            <a:off x="1270657" y="1426463"/>
            <a:ext cx="1067298" cy="865217"/>
          </a:xfrm>
          <a:prstGeom prst="bentConnector3">
            <a:avLst>
              <a:gd name="adj1" fmla="val 1322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E30574B-9A23-3790-6A9F-281F81FF637E}"/>
              </a:ext>
            </a:extLst>
          </p:cNvPr>
          <p:cNvGrpSpPr/>
          <p:nvPr/>
        </p:nvGrpSpPr>
        <p:grpSpPr>
          <a:xfrm>
            <a:off x="2437828" y="4830231"/>
            <a:ext cx="3990268" cy="404711"/>
            <a:chOff x="1431007" y="4830231"/>
            <a:chExt cx="4997089" cy="404711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2925B4F-6D80-96FA-B7C1-A34206813A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34136" y="4830231"/>
              <a:ext cx="0" cy="252000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CEDEED39-F3B8-83EC-F99F-711F0B627F14}"/>
                </a:ext>
              </a:extLst>
            </p:cNvPr>
            <p:cNvCxnSpPr>
              <a:cxnSpLocks/>
            </p:cNvCxnSpPr>
            <p:nvPr/>
          </p:nvCxnSpPr>
          <p:spPr>
            <a:xfrm>
              <a:off x="1431007" y="5075367"/>
              <a:ext cx="4997089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F246D3C-B9DD-F398-0327-99688759445B}"/>
                </a:ext>
              </a:extLst>
            </p:cNvPr>
            <p:cNvSpPr txBox="1"/>
            <p:nvPr/>
          </p:nvSpPr>
          <p:spPr>
            <a:xfrm>
              <a:off x="3548204" y="4896388"/>
              <a:ext cx="6202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jwt</a:t>
              </a:r>
              <a:endParaRPr lang="en-GB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71015DBD-A785-9EF6-FB10-EC5CE9827701}"/>
              </a:ext>
            </a:extLst>
          </p:cNvPr>
          <p:cNvGrpSpPr/>
          <p:nvPr/>
        </p:nvGrpSpPr>
        <p:grpSpPr>
          <a:xfrm>
            <a:off x="2804607" y="2460809"/>
            <a:ext cx="1729601" cy="647520"/>
            <a:chOff x="2804607" y="2460809"/>
            <a:chExt cx="1729601" cy="647520"/>
          </a:xfrm>
        </p:grpSpPr>
        <p:cxnSp>
          <p:nvCxnSpPr>
            <p:cNvPr id="64" name="Connector: Elbow 63">
              <a:extLst>
                <a:ext uri="{FF2B5EF4-FFF2-40B4-BE49-F238E27FC236}">
                  <a16:creationId xmlns:a16="http://schemas.microsoft.com/office/drawing/2014/main" id="{427F38AE-E1CF-02EC-D4D6-12166171449B}"/>
                </a:ext>
              </a:extLst>
            </p:cNvPr>
            <p:cNvCxnSpPr>
              <a:cxnSpLocks/>
            </p:cNvCxnSpPr>
            <p:nvPr/>
          </p:nvCxnSpPr>
          <p:spPr>
            <a:xfrm>
              <a:off x="2804607" y="2627166"/>
              <a:ext cx="1729601" cy="481163"/>
            </a:xfrm>
            <a:prstGeom prst="bentConnector2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8F18878-7704-6E5B-B50B-ED1DB1CF6548}"/>
                </a:ext>
              </a:extLst>
            </p:cNvPr>
            <p:cNvSpPr txBox="1"/>
            <p:nvPr/>
          </p:nvSpPr>
          <p:spPr>
            <a:xfrm>
              <a:off x="2942255" y="2460809"/>
              <a:ext cx="15319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access </a:t>
              </a:r>
              <a:r>
                <a:rPr lang="es-ES" sz="1600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request</a:t>
              </a:r>
              <a:endParaRPr lang="en-GB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B2F59F1-D90A-C1A8-8641-77616DF7AA4F}"/>
              </a:ext>
            </a:extLst>
          </p:cNvPr>
          <p:cNvGrpSpPr/>
          <p:nvPr/>
        </p:nvGrpSpPr>
        <p:grpSpPr>
          <a:xfrm>
            <a:off x="5014507" y="1593878"/>
            <a:ext cx="1413589" cy="1519795"/>
            <a:chOff x="5014507" y="1593878"/>
            <a:chExt cx="1413589" cy="151979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F338E942-1144-81E5-AADA-DB58BD6B1B0D}"/>
                </a:ext>
              </a:extLst>
            </p:cNvPr>
            <p:cNvGrpSpPr/>
            <p:nvPr/>
          </p:nvGrpSpPr>
          <p:grpSpPr>
            <a:xfrm>
              <a:off x="5014507" y="1756473"/>
              <a:ext cx="1413589" cy="1357200"/>
              <a:chOff x="5014507" y="1756473"/>
              <a:chExt cx="1413589" cy="1357200"/>
            </a:xfrm>
          </p:grpSpPr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BF98DAF-9C8A-4685-D32B-C79FBDCACE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14507" y="1763297"/>
                <a:ext cx="1413589" cy="0"/>
              </a:xfrm>
              <a:prstGeom prst="line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6C102E20-1162-5B5E-F7AB-E36415F222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21331" y="1756473"/>
                <a:ext cx="0" cy="1357200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C8981EA-11C3-DE40-EA95-4B3A8DBC4A7A}"/>
                </a:ext>
              </a:extLst>
            </p:cNvPr>
            <p:cNvSpPr txBox="1"/>
            <p:nvPr/>
          </p:nvSpPr>
          <p:spPr>
            <a:xfrm>
              <a:off x="5235046" y="1593878"/>
              <a:ext cx="10759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userid</a:t>
              </a:r>
              <a:r>
                <a:rPr lang="es-ES" sz="1600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, </a:t>
              </a:r>
              <a:r>
                <a:rPr lang="es-ES" sz="1600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aff</a:t>
              </a:r>
              <a:endParaRPr lang="en-GB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907B4C2-9540-9960-D258-E21AAF83C8B6}"/>
              </a:ext>
            </a:extLst>
          </p:cNvPr>
          <p:cNvGrpSpPr/>
          <p:nvPr/>
        </p:nvGrpSpPr>
        <p:grpSpPr>
          <a:xfrm>
            <a:off x="5158850" y="1836326"/>
            <a:ext cx="1264694" cy="1288394"/>
            <a:chOff x="5158850" y="1836326"/>
            <a:chExt cx="1264694" cy="1288394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F08402AE-5592-3298-F8BC-FF07389AD127}"/>
                </a:ext>
              </a:extLst>
            </p:cNvPr>
            <p:cNvGrpSpPr/>
            <p:nvPr/>
          </p:nvGrpSpPr>
          <p:grpSpPr>
            <a:xfrm>
              <a:off x="5158851" y="2015253"/>
              <a:ext cx="1264693" cy="1109467"/>
              <a:chOff x="5158851" y="2015253"/>
              <a:chExt cx="1264693" cy="1109467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D3206B29-2587-F068-9585-126BE5253A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58851" y="2018057"/>
                <a:ext cx="1264693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AC6F794D-8BB7-CFD2-7D86-35FAF22CFC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65675" y="2015253"/>
                <a:ext cx="0" cy="1109467"/>
              </a:xfrm>
              <a:prstGeom prst="line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42EB4BC-5B20-E365-ECF1-3F8784CFF337}"/>
                </a:ext>
              </a:extLst>
            </p:cNvPr>
            <p:cNvSpPr txBox="1"/>
            <p:nvPr/>
          </p:nvSpPr>
          <p:spPr>
            <a:xfrm>
              <a:off x="5158850" y="1836326"/>
              <a:ext cx="12620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lab, booking</a:t>
              </a:r>
              <a:endParaRPr lang="en-GB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361B3AE-16C5-C5C1-80E9-283B97767342}"/>
              </a:ext>
            </a:extLst>
          </p:cNvPr>
          <p:cNvGrpSpPr/>
          <p:nvPr/>
        </p:nvGrpSpPr>
        <p:grpSpPr>
          <a:xfrm>
            <a:off x="1270656" y="1277781"/>
            <a:ext cx="3384000" cy="1840939"/>
            <a:chOff x="1270656" y="1277781"/>
            <a:chExt cx="3384000" cy="1840939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17F463E7-3BA3-B23F-6049-D892347990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0656" y="1280126"/>
              <a:ext cx="3384000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0F24067-F2C2-BF4A-FF45-7358FFC59C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45955" y="1277781"/>
              <a:ext cx="0" cy="1840939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B304F7E-63E5-8D5F-1D30-D6F3D3AF58A7}"/>
              </a:ext>
            </a:extLst>
          </p:cNvPr>
          <p:cNvGrpSpPr/>
          <p:nvPr/>
        </p:nvGrpSpPr>
        <p:grpSpPr>
          <a:xfrm>
            <a:off x="1277480" y="1260251"/>
            <a:ext cx="826546" cy="997583"/>
            <a:chOff x="1277480" y="1260251"/>
            <a:chExt cx="826546" cy="997583"/>
          </a:xfrm>
        </p:grpSpPr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6BE31597-EB61-89B2-C055-5B03853C4147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>
              <a:off x="1277480" y="1545289"/>
              <a:ext cx="826546" cy="712545"/>
            </a:xfrm>
            <a:prstGeom prst="bentConnector2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FDBCD04-F6B9-9BBE-257B-D5E353A5338F}"/>
                </a:ext>
              </a:extLst>
            </p:cNvPr>
            <p:cNvSpPr txBox="1"/>
            <p:nvPr/>
          </p:nvSpPr>
          <p:spPr>
            <a:xfrm>
              <a:off x="1354918" y="1260251"/>
              <a:ext cx="68461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SAML</a:t>
              </a:r>
            </a:p>
            <a:p>
              <a:pPr algn="ctr"/>
              <a:r>
                <a:rPr lang="es-ES" sz="1600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resp</a:t>
              </a:r>
              <a:endParaRPr lang="en-GB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1D2AEE9-B74D-7E8E-2F87-76048802DD03}"/>
              </a:ext>
            </a:extLst>
          </p:cNvPr>
          <p:cNvGrpSpPr/>
          <p:nvPr/>
        </p:nvGrpSpPr>
        <p:grpSpPr>
          <a:xfrm>
            <a:off x="1270656" y="1371869"/>
            <a:ext cx="758653" cy="910912"/>
            <a:chOff x="1270656" y="1371869"/>
            <a:chExt cx="758653" cy="910912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5C380C9-9787-2031-3AEB-40ADE67560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6444" y="1652508"/>
              <a:ext cx="0" cy="630273"/>
            </a:xfrm>
            <a:prstGeom prst="line">
              <a:avLst/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6152E02-7A35-BF0D-BE47-9AE2597FE7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0656" y="1648471"/>
              <a:ext cx="702612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1DF9EC0-94EE-2DEB-24FA-5F264D99747D}"/>
                </a:ext>
              </a:extLst>
            </p:cNvPr>
            <p:cNvSpPr txBox="1"/>
            <p:nvPr/>
          </p:nvSpPr>
          <p:spPr>
            <a:xfrm>
              <a:off x="1344699" y="1371869"/>
              <a:ext cx="68461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SAML</a:t>
              </a:r>
            </a:p>
            <a:p>
              <a:pPr algn="ctr"/>
              <a:r>
                <a:rPr lang="es-ES" sz="1600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resp</a:t>
              </a:r>
              <a:endParaRPr lang="en-GB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9A332BF-13F0-24A3-449A-241625E95A0C}"/>
              </a:ext>
            </a:extLst>
          </p:cNvPr>
          <p:cNvGrpSpPr/>
          <p:nvPr/>
        </p:nvGrpSpPr>
        <p:grpSpPr>
          <a:xfrm>
            <a:off x="1052220" y="1652761"/>
            <a:ext cx="1011816" cy="643711"/>
            <a:chOff x="1052220" y="1652761"/>
            <a:chExt cx="1011816" cy="643711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9B69BF4-F012-3E15-BE2E-FBCFB0EF891F}"/>
                </a:ext>
              </a:extLst>
            </p:cNvPr>
            <p:cNvSpPr txBox="1"/>
            <p:nvPr/>
          </p:nvSpPr>
          <p:spPr>
            <a:xfrm>
              <a:off x="1052220" y="1652761"/>
              <a:ext cx="10118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SAML</a:t>
              </a:r>
            </a:p>
            <a:p>
              <a:pPr algn="ctr"/>
              <a:r>
                <a:rPr lang="es-ES" sz="1600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assertion</a:t>
              </a:r>
              <a:endParaRPr lang="en-GB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2909CD5-8FFE-BCA7-639A-69E3648176CF}"/>
                </a:ext>
              </a:extLst>
            </p:cNvPr>
            <p:cNvCxnSpPr>
              <a:cxnSpLocks/>
            </p:cNvCxnSpPr>
            <p:nvPr/>
          </p:nvCxnSpPr>
          <p:spPr>
            <a:xfrm>
              <a:off x="1260164" y="1763297"/>
              <a:ext cx="59592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D4A69A1B-52CA-092C-B7EE-809B57A2DF0B}"/>
                </a:ext>
              </a:extLst>
            </p:cNvPr>
            <p:cNvCxnSpPr>
              <a:cxnSpLocks/>
            </p:cNvCxnSpPr>
            <p:nvPr/>
          </p:nvCxnSpPr>
          <p:spPr>
            <a:xfrm>
              <a:off x="1847700" y="1756472"/>
              <a:ext cx="0" cy="54000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1A3D61D-733F-42B0-F624-25D96E6BE8ED}"/>
              </a:ext>
            </a:extLst>
          </p:cNvPr>
          <p:cNvGrpSpPr/>
          <p:nvPr/>
        </p:nvGrpSpPr>
        <p:grpSpPr>
          <a:xfrm>
            <a:off x="1277480" y="981237"/>
            <a:ext cx="3487860" cy="2127009"/>
            <a:chOff x="1277480" y="981237"/>
            <a:chExt cx="3487860" cy="2127009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9E3396FF-2C87-D017-4E58-6523EA459F0B}"/>
                </a:ext>
              </a:extLst>
            </p:cNvPr>
            <p:cNvGrpSpPr/>
            <p:nvPr/>
          </p:nvGrpSpPr>
          <p:grpSpPr>
            <a:xfrm>
              <a:off x="1277480" y="1162280"/>
              <a:ext cx="3487860" cy="1945966"/>
              <a:chOff x="1277480" y="1162280"/>
              <a:chExt cx="3487860" cy="1945966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1E67C2B1-D47D-B4DD-EBB9-04E057BAA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5340" y="1162280"/>
                <a:ext cx="0" cy="1945966"/>
              </a:xfrm>
              <a:prstGeom prst="line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DEFCBE8-749D-4A06-DB00-E359FEF8D0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77480" y="1162280"/>
                <a:ext cx="3487860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8B97BEF-619F-BF78-A206-742F42562059}"/>
                </a:ext>
              </a:extLst>
            </p:cNvPr>
            <p:cNvSpPr txBox="1"/>
            <p:nvPr/>
          </p:nvSpPr>
          <p:spPr>
            <a:xfrm>
              <a:off x="2411235" y="981237"/>
              <a:ext cx="15534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solidFill>
                    <a:schemeClr val="bg1"/>
                  </a:solidFill>
                  <a:highlight>
                    <a:srgbClr val="000000"/>
                  </a:highlight>
                </a:rPr>
                <a:t>SAML </a:t>
              </a:r>
              <a:r>
                <a:rPr lang="es-ES" sz="1600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assertion</a:t>
              </a:r>
              <a:endParaRPr lang="en-GB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3DCF87B-951F-8ABB-9795-4CAFC3709BC7}"/>
              </a:ext>
            </a:extLst>
          </p:cNvPr>
          <p:cNvGrpSpPr/>
          <p:nvPr/>
        </p:nvGrpSpPr>
        <p:grpSpPr>
          <a:xfrm>
            <a:off x="2436121" y="3729137"/>
            <a:ext cx="360000" cy="1116090"/>
            <a:chOff x="2436121" y="3729137"/>
            <a:chExt cx="360000" cy="111609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5FE0A23-E231-D547-048A-340A6711F3EE}"/>
                </a:ext>
              </a:extLst>
            </p:cNvPr>
            <p:cNvCxnSpPr>
              <a:cxnSpLocks/>
            </p:cNvCxnSpPr>
            <p:nvPr/>
          </p:nvCxnSpPr>
          <p:spPr>
            <a:xfrm>
              <a:off x="2436121" y="3729137"/>
              <a:ext cx="360000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042BFD1F-7A0C-41A4-E1B7-5625D822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4652" y="3729137"/>
              <a:ext cx="0" cy="111609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3F6EC0CD-9F6F-7DD2-7AEC-557F151FE1B7}"/>
              </a:ext>
            </a:extLst>
          </p:cNvPr>
          <p:cNvGrpSpPr/>
          <p:nvPr/>
        </p:nvGrpSpPr>
        <p:grpSpPr>
          <a:xfrm>
            <a:off x="2811435" y="3559860"/>
            <a:ext cx="948361" cy="338554"/>
            <a:chOff x="2811435" y="3559860"/>
            <a:chExt cx="948361" cy="338554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6ED0FF7-305F-E45D-76DD-34219C4BDF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11435" y="3729137"/>
              <a:ext cx="900000" cy="0"/>
            </a:xfrm>
            <a:prstGeom prst="line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F3E5661-1786-4A3F-9D11-F66AFA974B58}"/>
                </a:ext>
              </a:extLst>
            </p:cNvPr>
            <p:cNvSpPr txBox="1"/>
            <p:nvPr/>
          </p:nvSpPr>
          <p:spPr>
            <a:xfrm>
              <a:off x="2832789" y="3559860"/>
              <a:ext cx="92700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 err="1">
                  <a:solidFill>
                    <a:schemeClr val="bg1"/>
                  </a:solidFill>
                  <a:highlight>
                    <a:srgbClr val="000000"/>
                  </a:highlight>
                </a:rPr>
                <a:t>jwt</a:t>
              </a:r>
              <a:endParaRPr lang="es-ES" sz="1600" dirty="0">
                <a:solidFill>
                  <a:schemeClr val="bg1"/>
                </a:solidFill>
                <a:highlight>
                  <a:srgbClr val="000000"/>
                </a:highlight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8A1819E1-AC08-E30E-EB16-7F4DE9747C1E}"/>
              </a:ext>
            </a:extLst>
          </p:cNvPr>
          <p:cNvSpPr txBox="1"/>
          <p:nvPr/>
        </p:nvSpPr>
        <p:spPr>
          <a:xfrm>
            <a:off x="3685777" y="3414662"/>
            <a:ext cx="167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Blockchain services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085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165</Words>
  <Application>Microsoft Office PowerPoint</Application>
  <PresentationFormat>Widescreen</PresentationFormat>
  <Paragraphs>93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DE LA TORRE CUBILLO</dc:creator>
  <cp:lastModifiedBy>LUIS DE LA TORRE CUBILLO</cp:lastModifiedBy>
  <cp:revision>4</cp:revision>
  <dcterms:created xsi:type="dcterms:W3CDTF">2025-03-17T15:37:24Z</dcterms:created>
  <dcterms:modified xsi:type="dcterms:W3CDTF">2025-11-16T05:40:17Z</dcterms:modified>
</cp:coreProperties>
</file>